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9" Type="http://schemas.openxmlformats.org/officeDocument/2006/relationships/theme" Target="theme/theme1.xml" /><Relationship Id="rId38" Type="http://schemas.openxmlformats.org/officeDocument/2006/relationships/viewProps" Target="viewProps.xml" /><Relationship Id="rId1" Type="http://schemas.openxmlformats.org/officeDocument/2006/relationships/slideMaster" Target="slideMasters/slideMaster1.xml" /><Relationship Id="rId37" Type="http://schemas.openxmlformats.org/officeDocument/2006/relationships/presProps" Target="presProps.xml" /><Relationship Id="rId41" Type="http://schemas.microsoft.com/office/2015/10/relationships/revisionInfo" Target="revisionInfo.xml" /><Relationship Id="rId40"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457200" marL="4572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457200" marL="4572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457200" marL="4572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2.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8.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Session 1</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6172200" y="2679700"/>
            <a:ext cx="5181600" cy="26289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3162300" y="1816100"/>
            <a:ext cx="5854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457200" marL="4572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457200" marL="4572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457200" marL="4572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457200" marL="4572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457200" marL="4572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838200" y="2971800"/>
            <a:ext cx="10515600" cy="20320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6172200" y="2654300"/>
            <a:ext cx="5181600" cy="26797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2451100" y="1816100"/>
            <a:ext cx="7277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3340100" y="1816100"/>
            <a:ext cx="5524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914400" y="1816100"/>
            <a:ext cx="10350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2026-01-15T11:43:05Z</dcterms:created>
  <dcterms:modified xsi:type="dcterms:W3CDTF">2026-01-15T11:43:05Z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Global landscape of data governance institutions and frameworks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