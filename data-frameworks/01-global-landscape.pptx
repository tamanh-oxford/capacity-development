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342900" marL="3429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342900" marL="3429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342900" marL="3429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Ernest Guevarra</dc:creator>
  <cp:keywords/>
  <dcterms:created xsi:type="dcterms:W3CDTF">2026-01-12T10:35:46Z</dcterms:created>
  <dcterms:modified xsi:type="dcterms:W3CDTF">2026-01-12T10:35:46Z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Global landscape of data governance institutions and frameworks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