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data governance institutions and frameworks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</dc:title>
  <dc:creator/>
  <cp:keywords/>
  <dcterms:created xsi:type="dcterms:W3CDTF">2025-12-01T22:17:53Z</dcterms:created>
  <dcterms:modified xsi:type="dcterms:W3CDTF">2025-12-01T22:17:53Z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data governance institutions and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