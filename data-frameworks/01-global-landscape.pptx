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457200" marL="4572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457200" marL="4572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457200" marL="4572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Session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457200" marL="4572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457200" marL="4572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2026-01-13T11:58:45Z</dcterms:created>
  <dcterms:modified xsi:type="dcterms:W3CDTF">2026-01-13T11:58:45Z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