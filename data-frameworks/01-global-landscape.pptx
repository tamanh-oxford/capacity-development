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people, things and systems. … Data about people can include personal data, such as basic contact details, records generated through interaction with services or the web, or information about their physical characteristics (biometrics) - and it can also extend to population-level data, such as demographics. Data can also be about systems and infrastructure, such as administrative records about businesses and public services. Data is increasingly used to describe location, such as geospatial reference details, and the environment we live in, such as data about biodiversity or the weather. It can also refer to the information generated by the burgeoning web of sensors that make up the Internet of Things.”</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2"/>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2"/>
          <a:stretch>
            <a:fillRect/>
          </a:stretch>
        </p:blipFill>
        <p:spPr bwMode="auto">
          <a:xfrm>
            <a:off x="457200" y="2095500"/>
            <a:ext cx="8229600" cy="1600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2"/>
          <a:stretch>
            <a:fillRect/>
          </a:stretch>
        </p:blipFill>
        <p:spPr bwMode="auto">
          <a:xfrm>
            <a:off x="4648200" y="1219200"/>
            <a:ext cx="4038600" cy="3340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2"/>
          <a:stretch>
            <a:fillRect/>
          </a:stretch>
        </p:blipFill>
        <p:spPr bwMode="auto">
          <a:xfrm>
            <a:off x="4648200" y="1841500"/>
            <a:ext cx="4038600" cy="2082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2"/>
          <a:stretch>
            <a:fillRect/>
          </a:stretch>
        </p:blipFill>
        <p:spPr bwMode="auto">
          <a:xfrm>
            <a:off x="1727200" y="1193800"/>
            <a:ext cx="5676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2"/>
          <a:stretch>
            <a:fillRect/>
          </a:stretch>
        </p:blipFill>
        <p:spPr bwMode="auto">
          <a:xfrm>
            <a:off x="2413000" y="1193800"/>
            <a:ext cx="43053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2"/>
          <a:stretch>
            <a:fillRect/>
          </a:stretch>
        </p:blipFill>
        <p:spPr bwMode="auto">
          <a:xfrm>
            <a:off x="533400" y="1193800"/>
            <a:ext cx="80899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2025-12-23T15:25:54Z</dcterms:created>
  <dcterms:modified xsi:type="dcterms:W3CDTF">2025-12-23T15:25:54Z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