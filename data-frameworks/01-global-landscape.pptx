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2026-01-12T14:36:43Z</dcterms:created>
  <dcterms:modified xsi:type="dcterms:W3CDTF">2026-01-12T14:36:43Z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Global landscape of data governance institutions and frameworks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