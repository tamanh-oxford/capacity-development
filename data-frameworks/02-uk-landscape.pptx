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presProps" Target="presProps.xml" /><Relationship Id="rId28" Type="http://schemas.microsoft.com/office/2015/10/relationships/revisionInfo" Target="revisionInfo.xml" /><Relationship Id="rId27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135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816100"/>
            <a:ext cx="7810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251200"/>
            <a:ext cx="515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72200" y="3009900"/>
            <a:ext cx="51816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2026-01-13T21:56:54Z</dcterms:created>
  <dcterms:modified xsi:type="dcterms:W3CDTF">2026-01-13T21:56:54Z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