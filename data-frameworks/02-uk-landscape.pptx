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6" Type="http://schemas.openxmlformats.org/officeDocument/2006/relationships/theme" Target="theme/theme1.xml" /><Relationship Id="rId25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4" Type="http://schemas.openxmlformats.org/officeDocument/2006/relationships/presProps" Target="presProps.xml" /><Relationship Id="rId28" Type="http://schemas.microsoft.com/office/2015/10/relationships/revisionInfo" Target="revisionInfo.xml" /><Relationship Id="rId27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8.png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44800" y="1816100"/>
            <a:ext cx="65151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44800" y="1816100"/>
            <a:ext cx="65151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66800" y="2501900"/>
            <a:ext cx="4699000" cy="368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413500" y="2501900"/>
            <a:ext cx="4699000" cy="368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8" name="Footer Placeholder 7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84400" y="1816100"/>
            <a:ext cx="78105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3251200"/>
            <a:ext cx="51562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72200" y="3009900"/>
            <a:ext cx="51816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8" name="Footer Placeholder 7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2026-01-13T16:53:12Z</dcterms:created>
  <dcterms:modified xsi:type="dcterms:W3CDTF">2026-01-13T16:53:12Z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UK Data Landscape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