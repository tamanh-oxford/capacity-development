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625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40386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2070100"/>
            <a:ext cx="40386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/>
  <cp:keywords/>
  <dcterms:created xsi:type="dcterms:W3CDTF">2025-12-23T23:30:46Z</dcterms:created>
  <dcterms:modified xsi:type="dcterms:W3CDTF">2025-12-23T23:30:46Z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Case Study: The UK Data Landscape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