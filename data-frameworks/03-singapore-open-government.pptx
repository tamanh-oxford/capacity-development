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7" Type="http://schemas.openxmlformats.org/officeDocument/2006/relationships/theme" Target="theme/theme1.xml" /><Relationship Id="rId36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35" Type="http://schemas.openxmlformats.org/officeDocument/2006/relationships/presProps" Target="presProps.xml" /><Relationship Id="rId39" Type="http://schemas.microsoft.com/office/2015/10/relationships/revisionInfo" Target="revisionInfo.xml" /><Relationship Id="rId38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816100"/>
            <a:ext cx="96520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24300" y="1816100"/>
            <a:ext cx="43434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781300"/>
            <a:ext cx="10515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997200"/>
            <a:ext cx="10515600" cy="1968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794000"/>
            <a:ext cx="10515600" cy="2400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336800"/>
            <a:ext cx="10515600" cy="331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2019300"/>
            <a:ext cx="10515600" cy="393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2209800"/>
            <a:ext cx="61722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05200" y="1816100"/>
            <a:ext cx="5181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816100"/>
            <a:ext cx="64516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05200" y="1816100"/>
            <a:ext cx="5194300" cy="434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72200" y="2540000"/>
            <a:ext cx="5181600" cy="290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81600" y="2222500"/>
            <a:ext cx="61722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>Ernest Guevarra</dc:creator>
  <cp:keywords/>
  <dcterms:created xsi:type="dcterms:W3CDTF">2026-01-13T11:58:47Z</dcterms:created>
  <dcterms:modified xsi:type="dcterms:W3CDTF">2026-01-13T11:58:47Z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Singapore’s Smart Nation, Open Government Products, and Singapore Government Tech Stack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