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7" Type="http://schemas.openxmlformats.org/officeDocument/2006/relationships/theme" Target="theme/theme1.xml" /><Relationship Id="rId36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35" Type="http://schemas.openxmlformats.org/officeDocument/2006/relationships/presProps" Target="presProps.xml" /><Relationship Id="rId39" Type="http://schemas.microsoft.com/office/2015/10/relationships/revisionInfo" Target="revisionInfo.xml" /><Relationship Id="rId38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816100"/>
            <a:ext cx="9652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1816100"/>
            <a:ext cx="4343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81300"/>
            <a:ext cx="10515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997200"/>
            <a:ext cx="10515600" cy="1968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94000"/>
            <a:ext cx="10515600" cy="240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336800"/>
            <a:ext cx="10515600" cy="331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019300"/>
            <a:ext cx="10515600" cy="393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209800"/>
            <a:ext cx="61722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05200" y="1816100"/>
            <a:ext cx="5181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816100"/>
            <a:ext cx="6451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05200" y="1816100"/>
            <a:ext cx="5194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540000"/>
            <a:ext cx="51816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222500"/>
            <a:ext cx="61722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2026-01-13T16:53:13Z</dcterms:created>
  <dcterms:modified xsi:type="dcterms:W3CDTF">2026-01-13T16:53:13Z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