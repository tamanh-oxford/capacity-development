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193800"/>
            <a:ext cx="754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8229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82296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55800"/>
            <a:ext cx="8229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4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/>
  <cp:keywords/>
  <dcterms:created xsi:type="dcterms:W3CDTF">2025-12-23T15:56:55Z</dcterms:created>
  <dcterms:modified xsi:type="dcterms:W3CDTF">2025-12-23T15:56:55Z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Singapore’s Smart Nation, Open Government Products, and Singapore Government Tech Stack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