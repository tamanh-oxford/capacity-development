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>Ernest Guevarra</dc:creator>
  <cp:keywords/>
  <dcterms:created xsi:type="dcterms:W3CDTF">2026-01-06T10:22:16Z</dcterms:created>
  <dcterms:modified xsi:type="dcterms:W3CDTF">2026-01-06T10:22:16Z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The United Nations and its technological and data challenges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