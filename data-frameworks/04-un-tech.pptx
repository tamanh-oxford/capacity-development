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5" Type="http://schemas.openxmlformats.org/officeDocument/2006/relationships/presProps" Target="presProps.xml" /><Relationship Id="rId19" Type="http://schemas.microsoft.com/office/2015/10/relationships/revisionInfo" Target="revisionInfo.xml" /><Relationship Id="rId1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35200" y="1816100"/>
            <a:ext cx="772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05100"/>
            <a:ext cx="10515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1816100"/>
            <a:ext cx="4394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2026-01-13T11:58:48Z</dcterms:created>
  <dcterms:modified xsi:type="dcterms:W3CDTF">2026-01-13T11:58:48Z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