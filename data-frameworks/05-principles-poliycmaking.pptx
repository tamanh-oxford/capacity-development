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1" Type="http://schemas.openxmlformats.org/officeDocument/2006/relationships/viewProps" Target="viewProps.xml" /><Relationship Id="rId1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3" Type="http://schemas.openxmlformats.org/officeDocument/2006/relationships/tableStyles" Target="tableStyles.xml" /><Relationship Id="rId1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7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Session 5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Guiding principles on policymaking on national level data governance frameworks</a:t>
            </a:r>
            <a:br/>
            <a:br/>
            <a:r>
              <a:rPr/>
              <a:t>Ernest Guevarra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Social contract for data</a:t>
            </a:r>
          </a:p>
        </p:txBody>
      </p:sp>
      <p:pic>
        <p:nvPicPr>
          <p:cNvPr descr="../images/social_contrac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628900" y="1193800"/>
            <a:ext cx="38862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Theory of change: data for development</a:t>
            </a:r>
          </a:p>
        </p:txBody>
      </p:sp>
      <p:pic>
        <p:nvPicPr>
          <p:cNvPr descr="../images/theory_of_chang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451100" y="1193800"/>
            <a:ext cx="4241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 governance layers</a:t>
            </a:r>
          </a:p>
        </p:txBody>
      </p:sp>
      <p:pic>
        <p:nvPicPr>
          <p:cNvPr descr="../images/data_governance_layer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298700" y="1193800"/>
            <a:ext cx="45593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Integrated national data system</a:t>
            </a:r>
          </a:p>
        </p:txBody>
      </p:sp>
      <p:pic>
        <p:nvPicPr>
          <p:cNvPr descr="../images/integrated_national_data_system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959100" y="1193800"/>
            <a:ext cx="32131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 flow</a:t>
            </a:r>
          </a:p>
        </p:txBody>
      </p:sp>
      <p:pic>
        <p:nvPicPr>
          <p:cNvPr descr="../images/data_flow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755900" y="1193800"/>
            <a:ext cx="36195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 supply and demand</a:t>
            </a:r>
          </a:p>
        </p:txBody>
      </p:sp>
      <p:pic>
        <p:nvPicPr>
          <p:cNvPr descr="../images/data_supply_demand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590800" y="1193800"/>
            <a:ext cx="39624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 policies</a:t>
            </a:r>
          </a:p>
        </p:txBody>
      </p:sp>
      <p:pic>
        <p:nvPicPr>
          <p:cNvPr descr="../images/data_policie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324100" y="1193800"/>
            <a:ext cx="4495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5</dc:title>
  <dc:creator>Ernest Guevarra</dc:creator>
  <cp:keywords/>
  <dcterms:created xsi:type="dcterms:W3CDTF">2026-01-05T09:24:30Z</dcterms:created>
  <dcterms:modified xsi:type="dcterms:W3CDTF">2026-01-05T09:24:30Z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ffiliations">
    <vt:lpwstr/>
  </property>
  <property fmtid="{D5CDD505-2E9C-101B-9397-08002B2CF9AE}" pid="3" name="authors">
    <vt:lpwstr/>
  </property>
  <property fmtid="{D5CDD505-2E9C-101B-9397-08002B2CF9AE}" pid="4" name="biblio-config">
    <vt:lpwstr>True</vt:lpwstr>
  </property>
  <property fmtid="{D5CDD505-2E9C-101B-9397-08002B2CF9AE}" pid="5" name="by-affiliation">
    <vt:lpwstr/>
  </property>
  <property fmtid="{D5CDD505-2E9C-101B-9397-08002B2CF9AE}" pid="6" name="by-author">
    <vt:lpwstr/>
  </property>
  <property fmtid="{D5CDD505-2E9C-101B-9397-08002B2CF9AE}" pid="7" name="header-includes">
    <vt:lpwstr/>
  </property>
  <property fmtid="{D5CDD505-2E9C-101B-9397-08002B2CF9AE}" pid="8" name="include-after">
    <vt:lpwstr/>
  </property>
  <property fmtid="{D5CDD505-2E9C-101B-9397-08002B2CF9AE}" pid="9" name="include-before">
    <vt:lpwstr/>
  </property>
  <property fmtid="{D5CDD505-2E9C-101B-9397-08002B2CF9AE}" pid="10" name="labels">
    <vt:lpwstr/>
  </property>
  <property fmtid="{D5CDD505-2E9C-101B-9397-08002B2CF9AE}" pid="11" name="subtitle">
    <vt:lpwstr>Guiding principles on policymaking on national level data governance frameworks</vt:lpwstr>
  </property>
  <property fmtid="{D5CDD505-2E9C-101B-9397-08002B2CF9AE}" pid="12" name="title-slide-attributes">
    <vt:lpwstr/>
  </property>
  <property fmtid="{D5CDD505-2E9C-101B-9397-08002B2CF9AE}" pid="13" name="toc-title">
    <vt:lpwstr>Table of contents</vt:lpwstr>
  </property>
</Properties>
</file>