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5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Guiding principles on policymaking on national level data governance frameworks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Social contract for data</a:t>
            </a:r>
          </a:p>
        </p:txBody>
      </p:sp>
      <p:pic>
        <p:nvPicPr>
          <p:cNvPr descr="../images/social_con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28900" y="1193800"/>
            <a:ext cx="3886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Theory of change: data for development</a:t>
            </a:r>
          </a:p>
        </p:txBody>
      </p:sp>
      <p:pic>
        <p:nvPicPr>
          <p:cNvPr descr="../images/theory_of_chan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51100" y="1193800"/>
            <a:ext cx="4241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layers</a:t>
            </a:r>
          </a:p>
        </p:txBody>
      </p:sp>
      <p:pic>
        <p:nvPicPr>
          <p:cNvPr descr="../images/data_governance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98700" y="1193800"/>
            <a:ext cx="4559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Integrated national data system</a:t>
            </a:r>
          </a:p>
        </p:txBody>
      </p:sp>
      <p:pic>
        <p:nvPicPr>
          <p:cNvPr descr="../images/integrated_national_data_syste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59100" y="1193800"/>
            <a:ext cx="3213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flow</a:t>
            </a:r>
          </a:p>
        </p:txBody>
      </p:sp>
      <p:pic>
        <p:nvPicPr>
          <p:cNvPr descr="../images/data_flo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55900" y="1193800"/>
            <a:ext cx="3619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supply and demand</a:t>
            </a:r>
          </a:p>
        </p:txBody>
      </p:sp>
      <p:pic>
        <p:nvPicPr>
          <p:cNvPr descr="../images/data_supply_deman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90800" y="1193800"/>
            <a:ext cx="3962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policies</a:t>
            </a:r>
          </a:p>
        </p:txBody>
      </p:sp>
      <p:pic>
        <p:nvPicPr>
          <p:cNvPr descr="../images/data_polici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24100" y="1193800"/>
            <a:ext cx="4495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5</dc:title>
  <dc:creator>Ernest Guevarra</dc:creator>
  <cp:keywords/>
  <dcterms:created xsi:type="dcterms:W3CDTF">2026-01-04T06:47:52Z</dcterms:created>
  <dcterms:modified xsi:type="dcterms:W3CDTF">2026-01-04T06:47:52Z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Guiding principles on policymaking on national level data governance frameworks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