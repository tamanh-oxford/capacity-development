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2" Type="http://schemas.openxmlformats.org/officeDocument/2006/relationships/theme" Target="theme/theme1.xml" /><Relationship Id="rId11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0" Type="http://schemas.openxmlformats.org/officeDocument/2006/relationships/presProps" Target="presProps.xml" /><Relationship Id="rId14" Type="http://schemas.microsoft.com/office/2015/10/relationships/revisionInfo" Target="revisionInfo.xml" /><Relationship Id="rId13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06800" y="1816100"/>
            <a:ext cx="49784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78200" y="1816100"/>
            <a:ext cx="5435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75000" y="1816100"/>
            <a:ext cx="58293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38600" y="1816100"/>
            <a:ext cx="41148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71900" y="1816100"/>
            <a:ext cx="46355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56000" y="1816100"/>
            <a:ext cx="50800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13100" y="1816100"/>
            <a:ext cx="57531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>Ernest Guevarra</dc:creator>
  <cp:keywords/>
  <dcterms:created xsi:type="dcterms:W3CDTF">2026-01-13T16:53:14Z</dcterms:created>
  <dcterms:modified xsi:type="dcterms:W3CDTF">2026-01-13T16:53:14Z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Guiding principles on policymaking on national level data governance frameworks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