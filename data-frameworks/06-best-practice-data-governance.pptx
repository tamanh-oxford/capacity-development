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/>
  <cp:keywords/>
  <dcterms:created xsi:type="dcterms:W3CDTF">2025-12-28T18:48:11Z</dcterms:created>
  <dcterms:modified xsi:type="dcterms:W3CDTF">2025-12-28T18:48:11Z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Best practices in setting up and implementing data governance structures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