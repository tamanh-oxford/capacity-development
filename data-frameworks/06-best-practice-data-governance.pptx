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1" Type="http://schemas.openxmlformats.org/officeDocument/2006/relationships/presProps" Target="presProps.xml" /><Relationship Id="rId15" Type="http://schemas.microsoft.com/office/2015/10/relationships/revisionInfo" Target="revisionInfo.xml" /><Relationship Id="rId14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2026-01-13T11:58:49Z</dcterms:created>
  <dcterms:modified xsi:type="dcterms:W3CDTF">2026-01-13T11:58:49Z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Best practices in setting up and implementing data governance structures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