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4" Type="http://schemas.openxmlformats.org/officeDocument/2006/relationships/theme" Target="theme/theme1.xml" /><Relationship Id="rId1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2" Type="http://schemas.openxmlformats.org/officeDocument/2006/relationships/presProps" Target="presProps.xml" /><Relationship Id="rId16" Type="http://schemas.microsoft.com/office/2015/10/relationships/revisionInfo" Target="revisionInfo.xml" /><Relationship Id="rId15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0" y="1816100"/>
            <a:ext cx="838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641600"/>
            <a:ext cx="5181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73200" y="1816100"/>
            <a:ext cx="9258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62200" y="1816100"/>
            <a:ext cx="74549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816100"/>
            <a:ext cx="9982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1816100"/>
            <a:ext cx="4292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62300" y="1816100"/>
            <a:ext cx="5854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2026-01-15T11:43:09Z</dcterms:created>
  <dcterms:modified xsi:type="dcterms:W3CDTF">2026-01-15T11:43:09Z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