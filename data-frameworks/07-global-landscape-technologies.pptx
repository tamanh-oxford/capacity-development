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available technologies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data tools and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2012, there were about </a:t>
            </a:r>
            <a:r>
              <a:rPr b="1"/>
              <a:t>139</a:t>
            </a:r>
            <a:r>
              <a:rPr/>
              <a:t> apps/tools/platforms relevant to data.</a:t>
            </a:r>
          </a:p>
          <a:p>
            <a:pPr lvl="0"/>
            <a:r>
              <a:rPr/>
              <a:t>In 2023, there were about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By 2024, this number increased to </a:t>
            </a:r>
            <a:r>
              <a:rPr b="1"/>
              <a:t>2000+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Technologies and methods that support data-driven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Technology that supports data-intensive analytics: artificial intelligence, including machine learning</a:t>
            </a:r>
          </a:p>
          <a:p>
            <a:pPr lvl="0"/>
            <a:r>
              <a:rPr/>
              <a:t>Technology that collects data and actions insights from analytics: smart devices and devices connected through the Internet of Things (IoT)</a:t>
            </a:r>
          </a:p>
          <a:p>
            <a:pPr lvl="0"/>
            <a:r>
              <a:rPr/>
              <a:t>Technology that creates transparency and trust in data records: distributed ledger technology, including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firms in low and middle-income countries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Domestic vs Foreign-based firms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Users spend more time on Facebook, Google, and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Internet traffic in low and middle income countries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lifecycle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technology landscape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</dc:title>
  <dc:creator>Ernest Guevarra</dc:creator>
  <cp:keywords/>
  <dcterms:created xsi:type="dcterms:W3CDTF">2026-01-04T17:01:19Z</dcterms:created>
  <dcterms:modified xsi:type="dcterms:W3CDTF">2026-01-04T17:01:19Z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Global landscape of available technologies for data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