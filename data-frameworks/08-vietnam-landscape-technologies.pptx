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Write down the name on a metacard or sticky note.</a:t>
            </a:r>
          </a:p>
          <a:p>
            <a:pPr lvl="0" indent="0" marL="0">
              <a:buNone/>
            </a:pPr>
          </a:p>
          <a:p>
            <a:pPr lvl="0"/>
            <a:r>
              <a:rPr/>
              <a:t>Be as specific as possible.</a:t>
            </a:r>
          </a:p>
          <a:p>
            <a:pPr lvl="0" indent="0" marL="0">
              <a:buNone/>
            </a:pPr>
          </a:p>
          <a:p>
            <a:pPr lvl="0"/>
            <a:r>
              <a:rPr/>
              <a:t>Ideally, write down the exact name/brand name of the product/tool/app/software.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If one product/tool/app/software is used for multiple categories, write new metacards or sticky notes for that product/tool/app/software to put under the respective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8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landscape of technologies for data in Vietnam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down the name of the different data tools/apps/software that you and your team uses on a day-to-day basis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the metacards or sticky notes that you have made, post them on the board or wall and put them under the appropriate technology category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</dc:title>
  <dc:creator>Ernest Guevarra</dc:creator>
  <cp:keywords/>
  <dcterms:created xsi:type="dcterms:W3CDTF">2026-01-12T14:36:49Z</dcterms:created>
  <dcterms:modified xsi:type="dcterms:W3CDTF">2026-01-12T14:36:49Z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The landscape of technologies for data in Vietnam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