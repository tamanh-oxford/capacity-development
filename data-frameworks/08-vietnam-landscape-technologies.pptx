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showSpecialPlsOnTitleSld="0">
  <p:sldMasterIdLst>
    <p:sldMasterId id="2147483660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GB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1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 horzBarState="maximized">
    <p:restoredLeft autoAdjust="0" sz="19972"/>
    <p:restoredTop sz="94660"/>
  </p:normalViewPr>
  <p:slideViewPr>
    <p:cSldViewPr snapToGrid="0">
      <p:cViewPr varScale="1">
        <p:scale>
          <a:sx d="100" n="86"/>
          <a:sy d="100" n="86"/>
        </p:scale>
        <p:origin x="96" y="888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10" Type="http://schemas.openxmlformats.org/officeDocument/2006/relationships/theme" Target="theme/theme1.xml" /><Relationship Id="rId9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8" Type="http://schemas.openxmlformats.org/officeDocument/2006/relationships/presProps" Target="presProps.xml" /><Relationship Id="rId12" Type="http://schemas.microsoft.com/office/2015/10/relationships/revisionInfo" Target="revisionInfo.xml" /><Relationship Id="rId11" Type="http://schemas.openxmlformats.org/officeDocument/2006/relationships/tableStyles" Target="tableStyle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Write down the name on a metacard or sticky note.</a:t>
            </a:r>
          </a:p>
          <a:p>
            <a:pPr lvl="0" indent="0" marL="0">
              <a:buNone/>
            </a:pPr>
          </a:p>
          <a:p>
            <a:pPr lvl="0"/>
            <a:r>
              <a:rPr/>
              <a:t>Be as specific as possible.</a:t>
            </a:r>
          </a:p>
          <a:p>
            <a:pPr lvl="0" indent="0" marL="0">
              <a:buNone/>
            </a:pPr>
          </a:p>
          <a:p>
            <a:pPr lvl="0"/>
            <a:r>
              <a:rPr/>
              <a:t>Ideally, write down the exact name/brand name of the product/tool/app/software.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If one product/tool/app/software is used for multiple categories, write new metacards or sticky notes for that product/tool/app/software to put under the respective categories.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  <p:hf hdr="0" dt="0"/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GB"/>
              <a:t>Click to edit Master title style</a:t>
            </a:r>
            <a:endParaRPr dirty="0" lang="en-GB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dirty="0" lang="en-GB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dt="0"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B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8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landscape of technologies for data in Vietnam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1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the name of the different data tools/apps/software that you and your team uses on a day-to-day basis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the metacards or sticky notes that you have made, post them on the board or wall and put them under the appropriate technology category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8</dc:title>
  <dc:creator>Ernest Guevarra</dc:creator>
  <cp:keywords/>
  <dcterms:created xsi:type="dcterms:W3CDTF">2026-01-13T11:58:51Z</dcterms:created>
  <dcterms:modified xsi:type="dcterms:W3CDTF">2026-01-13T11:58:51Z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The landscape of technologies for data in Vietnam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