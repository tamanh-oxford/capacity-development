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name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name/brand name of the product/tool/app/software.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product/tool/app/software is used for multiple categories, write new metacards or sticky notes for that product/tool/app/software to put under the respective categories.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technologies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name of the different data tools/apps/software that you and your team uses on a day-to-day basis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technology category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8</dc:title>
  <dc:creator>Ernest Guevarra</dc:creator>
  <cp:keywords/>
  <dcterms:created xsi:type="dcterms:W3CDTF">2026-01-05T15:14:03Z</dcterms:created>
  <dcterms:modified xsi:type="dcterms:W3CDTF">2026-01-05T15:14:03Z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The landscape of technologies for data in Vietnam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