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7"/>
  </p:notesMasterIdLst>
  <p:sldIdLst>
    <p:sldId id="256" r:id="rId2"/>
    <p:sldId id="257" r:id="rId3"/>
    <p:sldId id="258" r:id="rId4"/>
    <p:sldId id="259" r:id="rId5"/>
    <p:sldId id="260" r:id="rId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notesMaster" Target="notesMasters/notesMaster1.xml" /><Relationship Id="rId9" Type="http://schemas.openxmlformats.org/officeDocument/2006/relationships/viewProps" Target="viewProps.xml" /><Relationship Id="rId8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1" Type="http://schemas.openxmlformats.org/officeDocument/2006/relationships/tableStyles" Target="tableStyles.xml" /><Relationship Id="rId10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Write down the name on a metacard or sticky note.</a:t>
            </a:r>
          </a:p>
          <a:p>
            <a:pPr lvl="0" indent="0" marL="0">
              <a:buNone/>
            </a:pPr>
          </a:p>
          <a:p>
            <a:pPr lvl="0"/>
            <a:r>
              <a:rPr/>
              <a:t>Be as specific as possible.</a:t>
            </a:r>
          </a:p>
          <a:p>
            <a:pPr lvl="0" indent="0" marL="0">
              <a:buNone/>
            </a:pPr>
          </a:p>
          <a:p>
            <a:pPr lvl="0"/>
            <a:r>
              <a:rPr/>
              <a:t>Ideally, write down the exact name/brand name of the product/tool/app/software.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/>
              <a:t>If one product/tool/app/software is used for multiple categories, write new metacards or sticky notes for that product/tool/app/software to put under the respective categories.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8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landscape of technologies for data in Vietnam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1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down the name of the different data tools/apps/software that you and your team uses on a day-to-day basis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 2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With the metacards or sticky notes that you have made, post them on the board or wall and put them under the appropriate technology category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8</dc:title>
  <dc:creator>Ernest Guevarra</dc:creator>
  <cp:keywords/>
  <dcterms:created xsi:type="dcterms:W3CDTF">2026-01-06T09:25:25Z</dcterms:created>
  <dcterms:modified xsi:type="dcterms:W3CDTF">2026-01-06T09:25:25Z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The landscape of technologies for data in Vietnam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