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20" Type="http://schemas.microsoft.com/office/2015/10/relationships/revisionInfo" Target="revisionInfo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816100"/>
            <a:ext cx="9601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816100"/>
            <a:ext cx="962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2026-01-15T11:43:11Z</dcterms:created>
  <dcterms:modified xsi:type="dcterms:W3CDTF">2026-01-15T11:43:11Z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