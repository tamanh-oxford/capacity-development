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5500" y="1193800"/>
            <a:ext cx="7493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12800" y="1193800"/>
            <a:ext cx="751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>Ernest Guevarra</dc:creator>
  <cp:keywords/>
  <dcterms:created xsi:type="dcterms:W3CDTF">2026-01-05T09:24:33Z</dcterms:created>
  <dcterms:modified xsi:type="dcterms:W3CDTF">2026-01-05T09:24:33Z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Global landscape of human resources for data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