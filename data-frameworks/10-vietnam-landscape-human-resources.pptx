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 showSpecialPlsOnTitleSld="0">
  <p:sldMasterIdLst>
    <p:sldMasterId id="2147483660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GB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14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 horzBarState="maximized">
    <p:restoredLeft autoAdjust="0" sz="19972"/>
    <p:restoredTop sz="94660"/>
  </p:normalViewPr>
  <p:slideViewPr>
    <p:cSldViewPr snapToGrid="0">
      <p:cViewPr varScale="1">
        <p:scale>
          <a:sx d="100" n="86"/>
          <a:sy d="100" n="86"/>
        </p:scale>
        <p:origin x="96" y="888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10" Type="http://schemas.openxmlformats.org/officeDocument/2006/relationships/theme" Target="theme/theme1.xml" /><Relationship Id="rId9" Type="http://schemas.openxmlformats.org/officeDocument/2006/relationships/viewProps" Target="viewProps.xml" /><Relationship Id="rId1" Type="http://schemas.openxmlformats.org/officeDocument/2006/relationships/slideMaster" Target="slideMasters/slideMaster1.xml" /><Relationship Id="rId8" Type="http://schemas.openxmlformats.org/officeDocument/2006/relationships/presProps" Target="presProps.xml" /><Relationship Id="rId12" Type="http://schemas.microsoft.com/office/2015/10/relationships/revisionInfo" Target="revisionInfo.xml" /><Relationship Id="rId11" Type="http://schemas.openxmlformats.org/officeDocument/2006/relationships/tableStyles" Target="tableStyle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5387890"/>
      </p:ext>
    </p:extLst>
  </p:cSld>
  <p:clrMapOvr>
    <a:masterClrMapping/>
  </p:clrMapOvr>
  <p:hf sldNum="0"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9138452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1524520"/>
      </p:ext>
    </p:extLst>
  </p:cSld>
  <p:clrMapOvr>
    <a:masterClrMapping/>
  </p:clrMapOvr>
  <p:hf hd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03092039"/>
      </p:ext>
    </p:extLst>
  </p:cSld>
  <p:clrMapOvr>
    <a:masterClrMapping/>
  </p:clrMapOvr>
  <p:hf hd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33172339"/>
      </p:ext>
    </p:extLst>
  </p:cSld>
  <p:clrMapOvr>
    <a:masterClrMapping/>
  </p:clrMapOvr>
  <p:hf hd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0312558"/>
      </p:ext>
    </p:extLst>
  </p:cSld>
  <p:clrMapOvr>
    <a:masterClrMapping/>
  </p:clrMapOvr>
  <p:hf hd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6388984"/>
      </p:ext>
    </p:extLst>
  </p:cSld>
  <p:clrMapOvr>
    <a:masterClrMapping/>
  </p:clrMapOvr>
  <p:hf hd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1841454"/>
      </p:ext>
    </p:extLst>
  </p:cSld>
  <p:clrMapOvr>
    <a:masterClrMapping/>
  </p:clrMapOvr>
  <p:hf hd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8958274"/>
      </p:ext>
    </p:extLst>
  </p:cSld>
  <p:clrMapOvr>
    <a:masterClrMapping/>
  </p:clrMapOvr>
  <p:hf hd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2905451"/>
      </p:ext>
    </p:extLst>
  </p:cSld>
  <p:clrMapOvr>
    <a:masterClrMapping/>
  </p:clrMapOvr>
  <p:hf hd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9445657"/>
      </p:ext>
    </p:extLst>
  </p:cSld>
  <p:clrMapOvr>
    <a:masterClrMapping/>
  </p:clrMapOvr>
  <p:hf hdr="0" dt="0"/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GB"/>
              <a:t>Click to edit Master title style</a:t>
            </a:r>
            <a:endParaRPr dirty="0" lang="en-GB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dirty="0" lang="en-GB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GB" smtClean="0"/>
              <a:t>13/01/2026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0954070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dt="0" hdr="0"/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GB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GB"/>
              <a:t>Tâm Anh Oxford Partnership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330EA680-D336-4FF7-8B7A-9848BB0A1C32}" type="slidenum">
              <a:rPr lang="en-GB" smtClean="0"/>
              <a:t>‹#›</a:t>
            </a:fld>
            <a:endParaRPr lang="en-GB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0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2026-01-15T11:43:12Z</dcterms:created>
  <dcterms:modified xsi:type="dcterms:W3CDTF">2026-01-15T11:43:12Z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The landscape of human resources for data in Vietnam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