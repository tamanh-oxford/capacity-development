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7"/>
  </p:notesMasterIdLst>
  <p:sldIdLst>
    <p:sldId id="256" r:id="rId2"/>
    <p:sldId id="257" r:id="rId3"/>
    <p:sldId id="258" r:id="rId4"/>
    <p:sldId id="259" r:id="rId5"/>
    <p:sldId id="260" r:id="rId6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notesMaster" Target="notesMasters/notesMaster1.xml" /><Relationship Id="rId9" Type="http://schemas.openxmlformats.org/officeDocument/2006/relationships/viewProps" Target="viewProps.xml" /><Relationship Id="rId8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1" Type="http://schemas.openxmlformats.org/officeDocument/2006/relationships/tableStyles" Target="tableStyles.xml" /><Relationship Id="rId10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/>
              <a:t>Write down the roles/positions on a metacard or sticky note.</a:t>
            </a:r>
          </a:p>
          <a:p>
            <a:pPr lvl="0" indent="0" marL="0">
              <a:buNone/>
            </a:pPr>
          </a:p>
          <a:p>
            <a:pPr lvl="0"/>
            <a:r>
              <a:rPr/>
              <a:t>Be as specific as possible.</a:t>
            </a:r>
          </a:p>
          <a:p>
            <a:pPr lvl="0" indent="0" marL="0">
              <a:buNone/>
            </a:pPr>
          </a:p>
          <a:p>
            <a:pPr lvl="0"/>
            <a:r>
              <a:rPr/>
              <a:t>Ideally, write down the exact name of the role/position.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/>
              <a:t>If one role/position in your team performs different data roles/responsibilities, write new metacards or sticky notes for that role/position to put under the respective data roles/responsibilities.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Session 10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landscape of human resources for data in Vietnam</a:t>
            </a:r>
            <a:br/>
            <a:br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Activity 1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Write down the different roles/positions within your team (including your role).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Activity 2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With the metacards or sticky notes that you have made, post them on the board or wall and put them under the appropriate data role/responsibility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Session 10</dc:title>
  <dc:creator/>
  <cp:keywords/>
  <dcterms:created xsi:type="dcterms:W3CDTF">2025-12-06T21:04:41Z</dcterms:created>
  <dcterms:modified xsi:type="dcterms:W3CDTF">2025-12-06T21:04:41Z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header-includes">
    <vt:lpwstr/>
  </property>
  <property fmtid="{D5CDD505-2E9C-101B-9397-08002B2CF9AE}" pid="4" name="include-after">
    <vt:lpwstr/>
  </property>
  <property fmtid="{D5CDD505-2E9C-101B-9397-08002B2CF9AE}" pid="5" name="include-before">
    <vt:lpwstr/>
  </property>
  <property fmtid="{D5CDD505-2E9C-101B-9397-08002B2CF9AE}" pid="6" name="labels">
    <vt:lpwstr/>
  </property>
  <property fmtid="{D5CDD505-2E9C-101B-9397-08002B2CF9AE}" pid="7" name="subtitle">
    <vt:lpwstr>The landscape of human resources for data in Vietnam</vt:lpwstr>
  </property>
  <property fmtid="{D5CDD505-2E9C-101B-9397-08002B2CF9AE}" pid="8" name="title-slide-attributes">
    <vt:lpwstr/>
  </property>
  <property fmtid="{D5CDD505-2E9C-101B-9397-08002B2CF9AE}" pid="9" name="toc-title">
    <vt:lpwstr>Table of contents</vt:lpwstr>
  </property>
</Properties>
</file>