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roles/positions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 of the role/position.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role/position in your team performs different data roles/responsibilities, write new metacards or sticky notes for that role/position to put under the respective data roles/responsibilities.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human resources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different roles/positions within your team (including your role).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data role/responsibility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10</dc:title>
  <dc:creator>Ernest Guevarra</dc:creator>
  <cp:keywords/>
  <dcterms:created xsi:type="dcterms:W3CDTF">2026-01-05T19:16:52Z</dcterms:created>
  <dcterms:modified xsi:type="dcterms:W3CDTF">2026-01-05T19:16:52Z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The landscape of human resources for data in Vietnam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