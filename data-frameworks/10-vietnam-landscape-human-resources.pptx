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human resources for data in Vietnam</a:t>
            </a:r>
            <a:br/>
            <a:b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</dc:title>
  <dc:creator/>
  <cp:keywords/>
  <dcterms:created xsi:type="dcterms:W3CDTF">2025-12-01T17:52:42Z</dcterms:created>
  <dcterms:modified xsi:type="dcterms:W3CDTF">2025-12-01T17:52:42Z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The landscape of human resources for data in Vietnam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