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.govt.nz/toolkit/data-capability-framework/data-capability-framework-guide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ssets.publishing.service.gov.uk/media/64184bccd3bf7f79d9675dbd/Data_Maturity_Assessment_for_Government_-_FINAL_PDF.pdf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 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-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Capability:</a:t>
            </a:r>
            <a:r>
              <a:rPr/>
              <a:t> Employ data coding and classification principles</a:t>
            </a:r>
          </a:p>
          <a:p>
            <a:pPr lvl="0"/>
            <a:r>
              <a:rPr b="1"/>
              <a:t>Catgory:</a:t>
            </a:r>
            <a:r>
              <a:rPr/>
              <a:t> Describe, Store, Use, and Save/Destroy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New</a:t>
            </a:r>
          </a:p>
          <a:p>
            <a:pPr lvl="0"/>
            <a:r>
              <a:rPr/>
              <a:t>Is aware of relevant data classifications and coding protocols, and their proper application to data in general.</a:t>
            </a:r>
          </a:p>
          <a:p>
            <a:pPr lvl="0"/>
            <a:r>
              <a:rPr/>
              <a:t>Knows who to consult for expert knowledge.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Proficient</a:t>
            </a:r>
          </a:p>
          <a:p>
            <a:pPr lvl="0"/>
            <a:r>
              <a:rPr/>
              <a:t>Has a comprehensive knowledge of data classifications and coding protocols.</a:t>
            </a:r>
          </a:p>
          <a:p>
            <a:pPr lvl="0"/>
            <a:r>
              <a:rPr/>
              <a:t>Knows where to obtain expert advice about coding and classifications as needed.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 Guide</a:t>
            </a:r>
          </a:p>
        </p:txBody>
      </p:sp>
      <p:pic>
        <p:nvPicPr>
          <p:cNvPr descr="../images/qrcode_data.govt.nz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Themes:</a:t>
            </a:r>
            <a:r>
              <a:rPr/>
              <a:t> Uses, Data, Leadership, Culture, Tools, Skills</a:t>
            </a:r>
          </a:p>
          <a:p>
            <a:pPr lvl="0"/>
            <a:r>
              <a:rPr b="1"/>
              <a:t>Maturity Levels:</a:t>
            </a:r>
            <a:r>
              <a:rPr/>
              <a:t> Beginning, Emerging, Learning, Developing, Mastering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- example</a:t>
            </a:r>
          </a:p>
        </p:txBody>
      </p:sp>
      <p:pic>
        <p:nvPicPr>
          <p:cNvPr descr="../images/dma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56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 Guide</a:t>
            </a:r>
          </a:p>
        </p:txBody>
      </p:sp>
      <p:pic>
        <p:nvPicPr>
          <p:cNvPr descr="../images/qrcode_assets.publishing.service.gov.u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Link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>Ernest Guevarra</dc:creator>
  <cp:keywords/>
  <dcterms:created xsi:type="dcterms:W3CDTF">2026-01-07T22:52:00Z</dcterms:created>
  <dcterms:modified xsi:type="dcterms:W3CDTF">2026-01-07T22:52:00Z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Guiding principles and best practices for data capacity building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