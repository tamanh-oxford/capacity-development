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3" Type="http://schemas.openxmlformats.org/officeDocument/2006/relationships/presProps" Target="presProps.xml" /><Relationship Id="rId27" Type="http://schemas.microsoft.com/office/2015/10/relationships/revisionInfo" Target="revisionInfo.xml" /><Relationship Id="rId26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197100"/>
            <a:ext cx="105156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816100"/>
            <a:ext cx="6629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438400"/>
            <a:ext cx="10515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816100"/>
            <a:ext cx="7861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22600" y="1816100"/>
            <a:ext cx="6134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2026-01-13T11:58:53Z</dcterms:created>
  <dcterms:modified xsi:type="dcterms:W3CDTF">2026-01-13T11:58:53Z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