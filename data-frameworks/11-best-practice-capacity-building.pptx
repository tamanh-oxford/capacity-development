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2026-01-12T09:16:11Z</dcterms:created>
  <dcterms:modified xsi:type="dcterms:W3CDTF">2026-01-12T09:16:11Z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and best practices for data capacity building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