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11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Guiding principles and best practices for data capacity building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Building data capacity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 everyone needs to be a data scientist.</a:t>
            </a:r>
          </a:p>
          <a:p>
            <a:pPr lvl="0"/>
            <a:r>
              <a:rPr/>
              <a:t>Data capacities in policymaking refer to how well infrastructure, systems, and people can use data effectively for decisions.</a:t>
            </a:r>
          </a:p>
          <a:p>
            <a:pPr lvl="0"/>
            <a:r>
              <a:rPr/>
              <a:t>Strengthening these abilities across different teams is essential.</a:t>
            </a:r>
          </a:p>
          <a:p>
            <a:pPr lvl="0"/>
            <a:r>
              <a:rPr/>
              <a:t>Complementary skillsets help reinforce the entire data value chain and improve overall decision-making.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Identify gaps in data skills and statistical capacities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Types of skills</a:t>
            </a:r>
          </a:p>
        </p:txBody>
      </p:sp>
      <p:pic>
        <p:nvPicPr>
          <p:cNvPr descr="../images/hr_roles_03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85900"/>
            <a:ext cx="8229600" cy="2806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Capability Framework</a:t>
            </a:r>
          </a:p>
        </p:txBody>
      </p:sp>
      <p:pic>
        <p:nvPicPr>
          <p:cNvPr descr="../images/hr_roles_0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81200" y="1193800"/>
            <a:ext cx="5181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Maturity Assessment Framework</a:t>
            </a:r>
          </a:p>
        </p:txBody>
      </p:sp>
      <p:pic>
        <p:nvPicPr>
          <p:cNvPr descr="../images/hr_roles_0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76400"/>
            <a:ext cx="8229600" cy="2425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Build data capacities in your team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Literacy</a:t>
            </a:r>
          </a:p>
        </p:txBody>
      </p:sp>
      <p:pic>
        <p:nvPicPr>
          <p:cNvPr descr="../images/hr_roles_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498600" y="1193800"/>
            <a:ext cx="6134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Skills Framework</a:t>
            </a:r>
          </a:p>
        </p:txBody>
      </p:sp>
      <p:pic>
        <p:nvPicPr>
          <p:cNvPr descr="../images/hr_roles_0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71700" y="1193800"/>
            <a:ext cx="4787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Operationalise data capacity building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Short-term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Training workshops</a:t>
            </a:r>
          </a:p>
          <a:p>
            <a:pPr lvl="0"/>
            <a:r>
              <a:rPr/>
              <a:t>Online training resources</a:t>
            </a:r>
          </a:p>
          <a:p>
            <a:pPr lvl="0"/>
            <a:r>
              <a:rPr/>
              <a:t>Knowledge sharing on global innovations and use cases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Medium-term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Internal data champions</a:t>
            </a:r>
          </a:p>
          <a:p>
            <a:pPr lvl="0"/>
            <a:r>
              <a:rPr/>
              <a:t>Periodic data skills training</a:t>
            </a:r>
          </a:p>
          <a:p>
            <a:pPr lvl="0"/>
            <a:r>
              <a:rPr/>
              <a:t>‍Pilot data projects</a:t>
            </a:r>
          </a:p>
          <a:p>
            <a:pPr lvl="0"/>
            <a:r>
              <a:rPr/>
              <a:t>‍Build complementary skills with other stakeholders</a:t>
            </a:r>
          </a:p>
          <a:p>
            <a:pPr lvl="0"/>
            <a:r>
              <a:rPr/>
              <a:t>‍Build on local knowledge and capacities</a:t>
            </a:r>
          </a:p>
          <a:p>
            <a:pPr lvl="0"/>
            <a:r>
              <a:rPr/>
              <a:t>‍Build network of data practitioners across your organization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Long-term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Embed data skills in job roles</a:t>
            </a:r>
          </a:p>
          <a:p>
            <a:pPr lvl="0"/>
            <a:r>
              <a:rPr/>
              <a:t>Institutionalize data training programs</a:t>
            </a:r>
          </a:p>
          <a:p>
            <a:pPr lvl="0"/>
            <a:r>
              <a:rPr/>
              <a:t>‍Partner with think tanks and external organizations</a:t>
            </a:r>
          </a:p>
          <a:p>
            <a:pPr lvl="0"/>
            <a:r>
              <a:rPr/>
              <a:t>‍Partner with academia and local universities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11</dc:title>
  <dc:creator/>
  <cp:keywords/>
  <dcterms:created xsi:type="dcterms:W3CDTF">2025-12-28T18:47:52Z</dcterms:created>
  <dcterms:modified xsi:type="dcterms:W3CDTF">2025-12-28T18:47:52Z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Guiding principles and best practices for data capacity building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