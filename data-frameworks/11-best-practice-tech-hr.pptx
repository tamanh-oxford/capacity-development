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Guiding principles and best practices for technology selection and human resources recruitment and capacity building</a:t>
            </a:r>
            <a:br/>
            <a:b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</dc:title>
  <dc:creator/>
  <cp:keywords/>
  <dcterms:created xsi:type="dcterms:W3CDTF">2025-12-01T22:17:50Z</dcterms:created>
  <dcterms:modified xsi:type="dcterms:W3CDTF">2025-12-01T22:17:50Z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Guiding principles and best practices for technology selection and human resources recruitment and capacity building</vt:lpwstr>
  </property>
  <property fmtid="{D5CDD505-2E9C-101B-9397-08002B2CF9AE}" pid="8" name="title-slide-attributes">
    <vt:lpwstr/>
  </property>
  <property fmtid="{D5CDD505-2E9C-101B-9397-08002B2CF9AE}" pid="9" name="toc-title">
    <vt:lpwstr>Table of contents</vt:lpwstr>
  </property>
</Properties>
</file>