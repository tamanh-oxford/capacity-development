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82800"/>
            <a:ext cx="40386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193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2025-12-06T19:05:40Z</dcterms:created>
  <dcterms:modified xsi:type="dcterms:W3CDTF">2025-12-06T19:05:40Z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