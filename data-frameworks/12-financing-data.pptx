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technologies and human resource recruitment and capacity building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2025-12-01T22:17:52Z</dcterms:created>
  <dcterms:modified xsi:type="dcterms:W3CDTF">2025-12-01T22:17:52Z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technologies and human resource recruitment and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