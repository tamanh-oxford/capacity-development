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" Type="http://schemas.openxmlformats.org/officeDocument/2006/relationships/presProps" Target="presProps.xml" /><Relationship Id="rId10" Type="http://schemas.microsoft.com/office/2015/10/relationships/revisionInfo" Target="revisionInfo.xml" /><Relationship Id="rId9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2026-01-13T21:57:05Z</dcterms:created>
  <dcterms:modified xsi:type="dcterms:W3CDTF">2026-01-13T21:57:05Z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