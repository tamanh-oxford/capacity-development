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7" Type="http://schemas.openxmlformats.org/officeDocument/2006/relationships/viewProps" Target="viewProps.xml" /><Relationship Id="rId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9" Type="http://schemas.openxmlformats.org/officeDocument/2006/relationships/tableStyles" Target="tableStyles.xml" /><Relationship Id="rId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Course Outline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Data Concepts and Applications for Managers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Day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Global landscape of data governance institutions and frameworks</a:t>
            </a:r>
          </a:p>
          <a:p>
            <a:pPr lvl="0"/>
            <a:r>
              <a:rPr/>
              <a:t>Case study: The United Nations and its technological and data challenges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Day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Global landscape of available technologies for data</a:t>
            </a:r>
          </a:p>
          <a:p>
            <a:pPr lvl="0"/>
            <a:r>
              <a:rPr/>
              <a:t>Activity: The landscape of technologies for data in Vietnam</a:t>
            </a:r>
          </a:p>
          <a:p>
            <a:pPr lvl="0"/>
            <a:r>
              <a:rPr/>
              <a:t>Global landscape of human resources for data</a:t>
            </a:r>
          </a:p>
          <a:p>
            <a:pPr lvl="0"/>
            <a:r>
              <a:rPr/>
              <a:t>Activity: The landscape of human resources for data in Vietnam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Day 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Guiding principles and best practices for data capacity building</a:t>
            </a:r>
          </a:p>
          <a:p>
            <a:pPr lvl="0"/>
            <a:r>
              <a:rPr/>
              <a:t>Financing data governance</a:t>
            </a:r>
          </a:p>
          <a:p>
            <a:pPr lvl="0"/>
            <a:r>
              <a:rPr/>
              <a:t>Manager personas for successful building and implementation of data governance structures and frameworks for Vietnam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Course Outline</dc:title>
  <dc:creator>Ernest Guevarra</dc:creator>
  <cp:keywords/>
  <dcterms:created xsi:type="dcterms:W3CDTF">2026-01-06T10:22:37Z</dcterms:created>
  <dcterms:modified xsi:type="dcterms:W3CDTF">2026-01-06T10:22:37Z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Data Concepts and Applications for Managers</vt:lpwstr>
  </property>
  <property fmtid="{D5CDD505-2E9C-101B-9397-08002B2CF9AE}" pid="12" name="title-slide-attributes">
    <vt:lpwstr/>
  </property>
  <property fmtid="{D5CDD505-2E9C-101B-9397-08002B2CF9AE}" pid="13" name="toc-title">
    <vt:lpwstr>Table of contents</vt:lpwstr>
  </property>
</Properties>
</file>