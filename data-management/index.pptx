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Personal/individual layer - us as individuals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Institutional layer</a:t>
            </a:r>
          </a:p>
          <a:p>
            <a:pPr lvl="1"/>
            <a:r>
              <a:rPr/>
              <a:t>institutions responsible for the security of the personal information of its own employees and/or members/affiliates</a:t>
            </a:r>
          </a:p>
          <a:p>
            <a:pPr lvl="1"/>
            <a:r>
              <a:rPr/>
              <a:t>institutions responsible for the security of the personal information of others from whom they collect information from as part of the service they render.</a:t>
            </a:r>
          </a:p>
          <a:p>
            <a:pPr lvl="1"/>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 as such also influence the resulting quality of data that we obtain</a:t>
            </a:r>
          </a:p>
          <a:p>
            <a:pPr lvl="0"/>
            <a:r>
              <a:rPr/>
              <a:t>Since every step of the data pathway used by the course participants involve Microsoft Excel, this tool has the greatest influence in the data quality of the current ecosystem of data in Seychelles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anmes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2025-12-23T17:16:01Z</dcterms:created>
  <dcterms:modified xsi:type="dcterms:W3CDTF">2025-12-23T17:16:01Z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