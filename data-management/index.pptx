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8" Type="http://schemas.openxmlformats.org/officeDocument/2006/relationships/theme" Target="theme/theme1.xml" /><Relationship Id="rId87" Type="http://schemas.openxmlformats.org/officeDocument/2006/relationships/viewProps" Target="viewProps.xml" /><Relationship Id="rId1" Type="http://schemas.openxmlformats.org/officeDocument/2006/relationships/slideMaster" Target="slideMasters/slideMaster1.xml" /><Relationship Id="rId86" Type="http://schemas.openxmlformats.org/officeDocument/2006/relationships/presProps" Target="presProps.xml" /><Relationship Id="rId90" Type="http://schemas.microsoft.com/office/2015/10/relationships/revisionInfo" Target="revisionInfo.xml" /><Relationship Id="rId8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Research Data Management</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803400" y="1816100"/>
            <a:ext cx="3251200" cy="4343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879600" y="1816100"/>
            <a:ext cx="8445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2057400"/>
                <a:gridCol w="2057400"/>
                <a:gridCol w="20574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5181600" y="977900"/>
          <a:ext cx="6172200" cy="4864100"/>
        </p:xfrm>
        <a:graphic>
          <a:graphicData uri="http://schemas.openxmlformats.org/drawingml/2006/table">
            <a:tbl>
              <a:tblPr firstRow="1" bandRow="1">
                <a:tableStyleId>{5C22544A-7EE6-4342-B048-85BDC9FD1C3A}</a:tableStyleId>
              </a:tblPr>
              <a:tblGrid>
                <a:gridCol w="1536700"/>
                <a:gridCol w="1536700"/>
                <a:gridCol w="1536700"/>
                <a:gridCol w="15367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3505200"/>
                <a:gridCol w="3505200"/>
                <a:gridCol w="3505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457200" marL="457200">
              <a:buAutoNum type="arabicPeriod"/>
            </a:pPr>
            <a:r>
              <a:rPr/>
              <a:t>Each variable forms a column.</a:t>
            </a:r>
          </a:p>
          <a:p>
            <a:pPr lvl="0" indent="-457200" marL="457200">
              <a:buAutoNum type="arabicPeriod"/>
            </a:pPr>
            <a:r>
              <a:rPr/>
              <a:t>Each observation forms a row.</a:t>
            </a:r>
          </a:p>
          <a:p>
            <a:pPr lvl="0" indent="-457200" marL="457200">
              <a:buAutoNum type="arabicPeriod"/>
            </a:pPr>
            <a:r>
              <a:rPr/>
              <a:t>Each type of observational unit forms a table.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838200" y="2260600"/>
            <a:ext cx="5181600" cy="34671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2026-01-13T21:57:06Z</dcterms:created>
  <dcterms:modified xsi:type="dcterms:W3CDTF">2026-01-13T21:57:06Z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