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Research Data Management</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057400"/>
                <a:gridCol w="2057400"/>
                <a:gridCol w="20574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536700"/>
                <a:gridCol w="1536700"/>
                <a:gridCol w="1536700"/>
                <a:gridCol w="15367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457200" marL="457200">
              <a:buAutoNum type="arabicPeriod"/>
            </a:pPr>
            <a:r>
              <a:rPr/>
              <a:t>Each variable forms a column.</a:t>
            </a:r>
          </a:p>
          <a:p>
            <a:pPr lvl="0" indent="-457200" marL="457200">
              <a:buAutoNum type="arabicPeriod"/>
            </a:pPr>
            <a:r>
              <a:rPr/>
              <a:t>Each observation forms a row.</a:t>
            </a:r>
          </a:p>
          <a:p>
            <a:pPr lvl="0" indent="-457200" marL="457200">
              <a:buAutoNum type="arabicPeriod"/>
            </a:pPr>
            <a:r>
              <a:rPr/>
              <a:t>Each type of observational unit forms a table.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2026-01-13T11:58:58Z</dcterms:created>
  <dcterms:modified xsi:type="dcterms:W3CDTF">2026-01-13T11:58:58Z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