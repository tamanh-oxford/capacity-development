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2192000" cy="6858000"/>
  <p:notesSz cx="6858000" cy="9144000"/>
  <p:defaultTextStyle>
    <a:defPPr>
      <a:defRPr lang="en-GB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214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71A3E666-FD70-409B-DC28-68C5D5E0F8C2}" v="79" dt="2026-01-13T11:23:09.803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9972" autoAdjust="0"/>
    <p:restoredTop sz="94660"/>
  </p:normalViewPr>
  <p:slideViewPr>
    <p:cSldViewPr snapToGrid="0">
      <p:cViewPr varScale="1">
        <p:scale>
          <a:sx n="86" d="100"/>
          <a:sy n="86" d="100"/>
        </p:scale>
        <p:origin x="96" y="88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microsoft.com/office/2015/10/relationships/revisionInfo" Target="revisionInfo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GB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GB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GB" smtClean="0"/>
              <a:t>13/01/2026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Tâm Anh Oxford Partnership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85387890"/>
      </p:ext>
    </p:extLst>
  </p:cSld>
  <p:clrMapOvr>
    <a:masterClrMapping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GB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GB" smtClean="0"/>
              <a:t>13/01/2026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Tâm Anh Oxford Partnership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49138452"/>
      </p:ext>
    </p:extLst>
  </p:cSld>
  <p:clrMapOvr>
    <a:masterClrMapping/>
  </p:clrMapOvr>
  <p:hf hd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GB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GB" smtClean="0"/>
              <a:t>13/01/2026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Tâm Anh Oxford Partnership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591524520"/>
      </p:ext>
    </p:extLst>
  </p:cSld>
  <p:clrMapOvr>
    <a:masterClrMapping/>
  </p:clrMapOvr>
  <p:hf hd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GB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GB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GB" smtClean="0"/>
              <a:t>13/01/2026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Tâm Anh Oxford Partnership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03092039"/>
      </p:ext>
    </p:extLst>
  </p:cSld>
  <p:clrMapOvr>
    <a:masterClrMapping/>
  </p:clrMapOvr>
  <p:hf hd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GB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GB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GB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GB" smtClean="0"/>
              <a:t>13/01/2026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Tâm Anh Oxford Partnership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33172339"/>
      </p:ext>
    </p:extLst>
  </p:cSld>
  <p:clrMapOvr>
    <a:masterClrMapping/>
  </p:clrMapOvr>
  <p:hf hd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GB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GB" smtClean="0"/>
              <a:t>13/01/2026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Tâm Anh Oxford Partnership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10312558"/>
      </p:ext>
    </p:extLst>
  </p:cSld>
  <p:clrMapOvr>
    <a:masterClrMapping/>
  </p:clrMapOvr>
  <p:hf hd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GB" smtClean="0"/>
              <a:t>13/01/2026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Tâm Anh Oxford Partnership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46388984"/>
      </p:ext>
    </p:extLst>
  </p:cSld>
  <p:clrMapOvr>
    <a:masterClrMapping/>
  </p:clrMapOvr>
  <p:hf hd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GB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GB" smtClean="0"/>
              <a:t>13/01/2026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Tâm Anh Oxford Partnership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71841454"/>
      </p:ext>
    </p:extLst>
  </p:cSld>
  <p:clrMapOvr>
    <a:masterClrMapping/>
  </p:clrMapOvr>
  <p:hf hd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GB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GB"/>
              <a:t>Click icon to add picture</a:t>
            </a:r>
            <a:endParaRPr lang="en-GB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GB" smtClean="0"/>
              <a:t>13/01/2026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Tâm Anh Oxford Partnership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18958274"/>
      </p:ext>
    </p:extLst>
  </p:cSld>
  <p:clrMapOvr>
    <a:masterClrMapping/>
  </p:clrMapOvr>
  <p:hf hd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GB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GB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GB" smtClean="0"/>
              <a:t>13/01/2026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Tâm Anh Oxford Partnership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02905451"/>
      </p:ext>
    </p:extLst>
  </p:cSld>
  <p:clrMapOvr>
    <a:masterClrMapping/>
  </p:clrMapOvr>
  <p:hf hd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GB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GB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GB" smtClean="0"/>
              <a:t>13/01/2026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Tâm Anh Oxford Partnership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79445657"/>
      </p:ext>
    </p:extLst>
  </p:cSld>
  <p:clrMapOvr>
    <a:masterClrMapping/>
  </p:clrMapOvr>
  <p:hf hdr="0" dt="0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GB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GB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46CE7D5-CF57-46EF-B807-FDD0502418D4}" type="datetimeFigureOut">
              <a:rPr lang="en-GB" smtClean="0"/>
              <a:t>13/01/2026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r>
              <a:rPr lang="en-GB"/>
              <a:t>Tâm Anh Oxford Partnership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30EA680-D336-4FF7-8B7A-9848BB0A1C3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609540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GB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8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214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GB" dirty="0">
              <a:solidFill>
                <a:schemeClr val="bg1"/>
              </a:solidFill>
              <a:latin typeface="Arial"/>
              <a:cs typeface="Arial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endParaRPr lang="en-GB" sz="3200" dirty="0">
              <a:solidFill>
                <a:schemeClr val="bg1"/>
              </a:solidFill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0985722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1DB71C-F127-6C43-6052-A109065F34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GB" dirty="0">
              <a:latin typeface="Arial"/>
              <a:cs typeface="Arial"/>
            </a:endParaRPr>
          </a:p>
        </p:txBody>
      </p:sp>
      <p:pic>
        <p:nvPicPr>
          <p:cNvPr id="6" name="Content Placeholder 5" descr="A blue and white logo&#10;&#10;AI-generated content may be incorrect.">
            <a:extLst>
              <a:ext uri="{FF2B5EF4-FFF2-40B4-BE49-F238E27FC236}">
                <a16:creationId xmlns:a16="http://schemas.microsoft.com/office/drawing/2014/main" id="{796B547D-D3AC-C8DC-0EF0-A8FE4F45640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200" y="6331031"/>
            <a:ext cx="913855" cy="407826"/>
          </a:xfrm>
          <a:prstGeom prst="rect">
            <a:avLst/>
          </a:prstGeom>
        </p:spPr>
      </p:pic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43F6614-AE99-6F78-0121-80E2DFCAC6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Tâm Anh Oxford Partnership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C749B65-24FF-FBA9-3416-6112B4A6B6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  <a:t>2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5204481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214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71BF9D-E243-3E9E-91C3-28AE08BB21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GB" dirty="0">
              <a:solidFill>
                <a:schemeClr val="bg1"/>
              </a:solidFill>
              <a:latin typeface="Arial"/>
              <a:cs typeface="Arial"/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544F640-0159-3756-1AE0-78F1A529DA1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endParaRPr lang="en-GB" dirty="0">
              <a:latin typeface="Arial"/>
              <a:ea typeface="Calibri"/>
              <a:cs typeface="Calibri"/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7FCDB4A-697C-3011-0353-65FBA5CFC2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Tâm Anh Oxford Partnership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7146B7A-7B84-95A1-617B-0DCE4F308A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  <a:t>3</a:t>
            </a:fld>
            <a:endParaRPr lang="en-GB"/>
          </a:p>
        </p:txBody>
      </p:sp>
      <p:pic>
        <p:nvPicPr>
          <p:cNvPr id="7" name="Content Placeholder 5" descr="A blue and white logo&#10;&#10;AI-generated content may be incorrect.">
            <a:extLst>
              <a:ext uri="{FF2B5EF4-FFF2-40B4-BE49-F238E27FC236}">
                <a16:creationId xmlns:a16="http://schemas.microsoft.com/office/drawing/2014/main" id="{F7413E3C-4C3B-7ECA-9259-D1D5EB8D546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6331031"/>
            <a:ext cx="913855" cy="4078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1359691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ABDFB9-B041-4F56-B440-CF0A0E5A89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GB" dirty="0">
              <a:latin typeface="Arial"/>
              <a:ea typeface="Calibri"/>
              <a:cs typeface="Arial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59F217B-F622-B3B6-37A9-7F3CCF8DDEFC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endParaRPr lang="en-GB" dirty="0">
              <a:latin typeface="Arial"/>
              <a:cs typeface="Arial"/>
            </a:endParaRP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DDB67AD-E75E-8A61-91F9-21F6A3E4EEA5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endParaRPr lang="en-GB" dirty="0">
              <a:latin typeface="Arial"/>
              <a:cs typeface="Arial"/>
            </a:endParaRP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B7657E0-275F-FFFD-E62D-B38910A518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Tâm Anh Oxford Partnership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3FE622F-20F5-50B6-A0F7-6233F81ADA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  <a:t>4</a:t>
            </a:fld>
            <a:endParaRPr lang="en-GB"/>
          </a:p>
        </p:txBody>
      </p:sp>
      <p:pic>
        <p:nvPicPr>
          <p:cNvPr id="8" name="Content Placeholder 5" descr="A blue and white logo&#10;&#10;AI-generated content may be incorrect.">
            <a:extLst>
              <a:ext uri="{FF2B5EF4-FFF2-40B4-BE49-F238E27FC236}">
                <a16:creationId xmlns:a16="http://schemas.microsoft.com/office/drawing/2014/main" id="{5080F30B-6113-DC57-AE0F-9AFFD924C3C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6331031"/>
            <a:ext cx="913855" cy="4078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6157338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22C2AD-3C15-2DE8-E0B8-B357A4B1FB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GB" dirty="0">
              <a:latin typeface="Arial"/>
              <a:ea typeface="Calibri"/>
              <a:cs typeface="Calibri"/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CF99DDD-C790-777C-21A8-E9F2BB38FDD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>
              <a:latin typeface="Arial"/>
              <a:cs typeface="Arial"/>
            </a:endParaRP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508F755-DD53-E895-9927-347E0D0B71CF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endParaRPr lang="en-GB" dirty="0">
              <a:latin typeface="Arial"/>
              <a:cs typeface="Arial"/>
            </a:endParaRP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8D697D1-2B4D-6C62-AB7B-CFBD65D1DE9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lang="en-GB" dirty="0">
              <a:latin typeface="Arial"/>
              <a:cs typeface="Arial"/>
            </a:endParaRP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AEA142D-0223-612E-727A-B940BF00FEE0}"/>
              </a:ext>
            </a:extLst>
          </p:cNvPr>
          <p:cNvSpPr>
            <a:spLocks noGrp="1"/>
          </p:cNvSpPr>
          <p:nvPr>
            <p:ph sz="quarter" idx="4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endParaRPr lang="en-GB" dirty="0">
              <a:latin typeface="Arial"/>
              <a:cs typeface="Arial"/>
            </a:endParaRPr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F769AE68-B592-32F0-6F6A-089263E8F9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Tâm Anh Oxford Partnership</a:t>
            </a: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73150801-7137-B51B-6FC0-3068D2F3AD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  <a:t>5</a:t>
            </a:fld>
            <a:endParaRPr lang="en-GB"/>
          </a:p>
        </p:txBody>
      </p:sp>
      <p:pic>
        <p:nvPicPr>
          <p:cNvPr id="10" name="Content Placeholder 5" descr="A blue and white logo&#10;&#10;AI-generated content may be incorrect.">
            <a:extLst>
              <a:ext uri="{FF2B5EF4-FFF2-40B4-BE49-F238E27FC236}">
                <a16:creationId xmlns:a16="http://schemas.microsoft.com/office/drawing/2014/main" id="{290FC2E2-B29A-7551-29BE-12C550AB7CB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6331031"/>
            <a:ext cx="913855" cy="4078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7958273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5859D8-20B9-5AE7-78BB-94E7E47901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GB" dirty="0">
              <a:latin typeface="Arial"/>
              <a:cs typeface="Arial"/>
            </a:endParaRP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1799D0D-36A8-2609-66E1-69FB9E6B0B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Tâm Anh Oxford Partnership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B58B847-7F7C-198F-AD44-4F7E788A7B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  <a:t>6</a:t>
            </a:fld>
            <a:endParaRPr lang="en-GB"/>
          </a:p>
        </p:txBody>
      </p:sp>
      <p:pic>
        <p:nvPicPr>
          <p:cNvPr id="6" name="Content Placeholder 5" descr="A blue and white logo&#10;&#10;AI-generated content may be incorrect.">
            <a:extLst>
              <a:ext uri="{FF2B5EF4-FFF2-40B4-BE49-F238E27FC236}">
                <a16:creationId xmlns:a16="http://schemas.microsoft.com/office/drawing/2014/main" id="{BC81B5E2-066C-2B16-CAEB-6B5EAD88A08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6331031"/>
            <a:ext cx="913855" cy="4078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6597219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EBA8A373-EDD5-C088-570B-57A87798FA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Tâm Anh Oxford Partnership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4AE8AD6B-2461-781A-E316-0284152A83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  <a:t>7</a:t>
            </a:fld>
            <a:endParaRPr lang="en-GB"/>
          </a:p>
        </p:txBody>
      </p:sp>
      <p:pic>
        <p:nvPicPr>
          <p:cNvPr id="5" name="Content Placeholder 5" descr="A blue and white logo&#10;&#10;AI-generated content may be incorrect.">
            <a:extLst>
              <a:ext uri="{FF2B5EF4-FFF2-40B4-BE49-F238E27FC236}">
                <a16:creationId xmlns:a16="http://schemas.microsoft.com/office/drawing/2014/main" id="{A559C39F-C6B6-BE54-CD73-2E7724AA6ED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6331031"/>
            <a:ext cx="913855" cy="4078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1432725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6E2C5A-B1A1-C52E-AEE3-E276B1C571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GB" dirty="0">
              <a:latin typeface="Arial"/>
              <a:ea typeface="Calibri"/>
              <a:cs typeface="Arial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B0DD4DB-1FDD-FC51-0D74-A89DA32D110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endParaRPr lang="en-GB" dirty="0">
              <a:latin typeface="Arial"/>
              <a:cs typeface="Arial"/>
            </a:endParaRP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59BDA1F-FC51-F148-9317-1EFCAFB5281A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endParaRPr lang="en-GB" dirty="0">
              <a:latin typeface="Arial"/>
              <a:cs typeface="Arial"/>
            </a:endParaRP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5F11669-42E0-6B38-AE09-7693BF4F66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Tâm Anh Oxford Partnership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0C46119-7C86-842A-0240-3A7F67488A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  <a:t>8</a:t>
            </a:fld>
            <a:endParaRPr lang="en-GB"/>
          </a:p>
        </p:txBody>
      </p:sp>
      <p:pic>
        <p:nvPicPr>
          <p:cNvPr id="8" name="Content Placeholder 5" descr="A blue and white logo&#10;&#10;AI-generated content may be incorrect.">
            <a:extLst>
              <a:ext uri="{FF2B5EF4-FFF2-40B4-BE49-F238E27FC236}">
                <a16:creationId xmlns:a16="http://schemas.microsoft.com/office/drawing/2014/main" id="{09F42B15-DD2C-97F4-3125-DD7D8A0B61F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6331031"/>
            <a:ext cx="913855" cy="4078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7583239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9108E1-20F7-2C21-EB51-C2A8123A92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GB" dirty="0">
              <a:latin typeface="Arial"/>
              <a:cs typeface="Arial"/>
            </a:endParaRP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6198972-8F83-F503-459B-C3758BB410AB}"/>
              </a:ext>
            </a:extLst>
          </p:cNvPr>
          <p:cNvSpPr>
            <a:spLocks noGrp="1"/>
          </p:cNvSpPr>
          <p:nvPr>
            <p:ph type="pic" idx="1"/>
          </p:nvPr>
        </p:nvSpPr>
        <p:spPr/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49B585B-B97D-170E-FEBF-7BF53D3C0C06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endParaRPr lang="en-GB" dirty="0">
              <a:latin typeface="Arial"/>
              <a:cs typeface="Arial"/>
            </a:endParaRP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2438234-4D5C-3FDE-C867-23235CBBB8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Tâm Anh Oxford Partnership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08629F5-C869-017E-5072-C75EBD0CFD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  <a:t>9</a:t>
            </a:fld>
            <a:endParaRPr lang="en-GB"/>
          </a:p>
        </p:txBody>
      </p:sp>
      <p:pic>
        <p:nvPicPr>
          <p:cNvPr id="8" name="Content Placeholder 5" descr="A blue and white logo&#10;&#10;AI-generated content may be incorrect.">
            <a:extLst>
              <a:ext uri="{FF2B5EF4-FFF2-40B4-BE49-F238E27FC236}">
                <a16:creationId xmlns:a16="http://schemas.microsoft.com/office/drawing/2014/main" id="{8583D55F-B388-6E0F-731C-0912CF6E445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6331031"/>
            <a:ext cx="913855" cy="4078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2024548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ptos" panose="020B0004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Words>0</Words>
  <Application>Microsoft Office PowerPoint</Application>
  <PresentationFormat>Widescreen</PresentationFormat>
  <Paragraphs>0</Paragraphs>
  <Slides>9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0" baseType="lpstr"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62</cp:revision>
  <dcterms:created xsi:type="dcterms:W3CDTF">2026-01-13T11:00:14Z</dcterms:created>
  <dcterms:modified xsi:type="dcterms:W3CDTF">2026-01-13T11:23:51Z</dcterms:modified>
</cp:coreProperties>
</file>