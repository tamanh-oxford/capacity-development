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342900" marL="3429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342900" marL="3429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342900" marL="3429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Phiên họp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Phiên họp 1</dc:title>
  <dc:creator>Ernest Guevarra</dc:creator>
  <cp:keywords/>
  <dcterms:created xsi:type="dcterms:W3CDTF">2026-01-12T11:16:41Z</dcterms:created>
  <dcterms:modified xsi:type="dcterms:W3CDTF">2026-01-12T11:16:41Z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