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4.png"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7.png"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điển hình: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584200" y="1625600"/>
            <a:ext cx="37719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4762500" y="1625600"/>
            <a:ext cx="3771900" cy="2959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1524000" y="1193800"/>
            <a:ext cx="60960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457200" y="2247900"/>
            <a:ext cx="4038600" cy="1714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4635500" y="2070100"/>
            <a:ext cx="4038600" cy="2082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2026-01-12T22:18:15Z</dcterms:created>
  <dcterms:modified xsi:type="dcterms:W3CDTF">2026-01-12T22:18:15Z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điển hình: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