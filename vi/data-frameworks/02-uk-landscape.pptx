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6" Type="http://schemas.openxmlformats.org/officeDocument/2006/relationships/theme" Target="theme/theme1.xml" /><Relationship Id="rId25" Type="http://schemas.openxmlformats.org/officeDocument/2006/relationships/viewProps" Target="viewProps.xml" /><Relationship Id="rId1" Type="http://schemas.openxmlformats.org/officeDocument/2006/relationships/slideMaster" Target="slideMasters/slideMaster1.xml" /><Relationship Id="rId24" Type="http://schemas.openxmlformats.org/officeDocument/2006/relationships/presProps" Target="presProps.xml" /><Relationship Id="rId28" Type="http://schemas.microsoft.com/office/2015/10/relationships/revisionInfo" Target="revisionInfo.xml" /><Relationship Id="rId27"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8.png"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1066800" y="2501900"/>
            <a:ext cx="4699000" cy="3683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6413500" y="2501900"/>
            <a:ext cx="4699000" cy="3683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2184400" y="1816100"/>
            <a:ext cx="781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838200" y="3251200"/>
            <a:ext cx="5156200" cy="21844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6172200" y="3009900"/>
            <a:ext cx="5181600" cy="2667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2026-01-13T11:59:06Z</dcterms:created>
  <dcterms:modified xsi:type="dcterms:W3CDTF">2026-01-13T11:59:06Z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