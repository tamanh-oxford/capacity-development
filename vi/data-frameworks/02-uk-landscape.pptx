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Phiên họp thứ hai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Phiên họp thứ hai</dc:title>
  <dc:creator>Ernest Guevarra</dc:creator>
  <cp:keywords/>
  <dcterms:created xsi:type="dcterms:W3CDTF">2026-01-12T11:16:42Z</dcterms:created>
  <dcterms:modified xsi:type="dcterms:W3CDTF">2026-01-12T11:16:42Z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