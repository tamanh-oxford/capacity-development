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6" Type="http://schemas.openxmlformats.org/officeDocument/2006/relationships/theme" Target="theme/theme1.xml" /><Relationship Id="rId25" Type="http://schemas.openxmlformats.org/officeDocument/2006/relationships/viewProps" Target="viewProps.xml" /><Relationship Id="rId1" Type="http://schemas.openxmlformats.org/officeDocument/2006/relationships/slideMaster" Target="slideMasters/slideMaster1.xml" /><Relationship Id="rId24" Type="http://schemas.openxmlformats.org/officeDocument/2006/relationships/presProps" Target="presProps.xml" /><Relationship Id="rId28" Type="http://schemas.microsoft.com/office/2015/10/relationships/revisionInfo" Target="revisionInfo.xml" /><Relationship Id="rId27"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8.png"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2</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844800" y="1816100"/>
            <a:ext cx="6515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844800" y="1816100"/>
            <a:ext cx="6515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1066800" y="2501900"/>
            <a:ext cx="4699000" cy="3683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6413500" y="2501900"/>
            <a:ext cx="4699000" cy="3683000"/>
          </a:xfrm>
          <a:prstGeom prst="rect">
            <a:avLst/>
          </a:prstGeom>
          <a:noFill/>
          <a:ln w="9525">
            <a:noFill/>
            <a:headEnd/>
            <a:tailEnd/>
          </a:ln>
        </p:spPr>
      </p:pic>
      <p:sp>
        <p:nvSpPr>
          <p:cNvPr id="8" name="Footer Placeholder 7"/>
          <p:cNvSpPr>
            <a:spLocks noGrp="1"/>
          </p:cNvSpPr>
          <p:nvPr>
            <p:ph idx="11" sz="quarter" type="ftr"/>
          </p:nvPr>
        </p:nvSpPr>
        <p:spPr/>
        <p:txBody>
          <a:bodyPr/>
          <a:lstStyle/>
          <a:p>
            <a:r>
              <a:rPr lang="en-GB"/>
              <a:t>Tâm Anh Oxford Partnership</a:t>
            </a:r>
          </a:p>
        </p:txBody>
      </p:sp>
      <p:sp>
        <p:nvSpPr>
          <p:cNvPr id="9" name="Slide Number Placeholder 8"/>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2184400" y="1816100"/>
            <a:ext cx="781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838200" y="3251200"/>
            <a:ext cx="5156200" cy="21844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6172200" y="3009900"/>
            <a:ext cx="5181600" cy="2667000"/>
          </a:xfrm>
          <a:prstGeom prst="rect">
            <a:avLst/>
          </a:prstGeom>
          <a:noFill/>
          <a:ln w="9525">
            <a:noFill/>
            <a:headEnd/>
            <a:tailEnd/>
          </a:ln>
        </p:spPr>
      </p:pic>
      <p:sp>
        <p:nvSpPr>
          <p:cNvPr id="8" name="Footer Placeholder 7"/>
          <p:cNvSpPr>
            <a:spLocks noGrp="1"/>
          </p:cNvSpPr>
          <p:nvPr>
            <p:ph idx="11" sz="quarter" type="ftr"/>
          </p:nvPr>
        </p:nvSpPr>
        <p:spPr/>
        <p:txBody>
          <a:bodyPr/>
          <a:lstStyle/>
          <a:p>
            <a:r>
              <a:rPr lang="en-GB"/>
              <a:t>Tâm Anh Oxford Partnership</a:t>
            </a:r>
          </a:p>
        </p:txBody>
      </p:sp>
      <p:sp>
        <p:nvSpPr>
          <p:cNvPr id="9" name="Slide Number Placeholder 8"/>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2026-01-13T16:53:31Z</dcterms:created>
  <dcterms:modified xsi:type="dcterms:W3CDTF">2026-01-13T16:53:31Z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