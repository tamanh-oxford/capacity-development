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6" Type="http://schemas.openxmlformats.org/officeDocument/2006/relationships/viewProps" Target="viewProps.xml" /><Relationship Id="rId35" Type="http://schemas.openxmlformats.org/officeDocument/2006/relationships/presProps" Target="presProps.xml" /><Relationship Id="rId1" Type="http://schemas.openxmlformats.org/officeDocument/2006/relationships/slideMaster" Target="slideMasters/slideMaster1.xml" /><Relationship Id="rId38" Type="http://schemas.openxmlformats.org/officeDocument/2006/relationships/tableStyles" Target="tableStyles.xml" /><Relationship Id="rId3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3</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800100" y="1193800"/>
            <a:ext cx="75438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457200" y="1943100"/>
            <a:ext cx="8229600" cy="1892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457200" y="2120900"/>
            <a:ext cx="8229600" cy="15494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457200" y="1955800"/>
            <a:ext cx="8229600" cy="18796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457200" y="1600200"/>
            <a:ext cx="8229600" cy="2590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3568700" y="1409700"/>
            <a:ext cx="5105400" cy="1981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2552700" y="1193800"/>
            <a:ext cx="4038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057400" y="1193800"/>
            <a:ext cx="5041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2540000" y="1193800"/>
            <a:ext cx="40513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4648200" y="1752600"/>
            <a:ext cx="4038600" cy="22606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2026-01-12T14:02:48Z</dcterms:created>
  <dcterms:modified xsi:type="dcterms:W3CDTF">2026-01-12T14:02:48Z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