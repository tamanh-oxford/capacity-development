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7" Type="http://schemas.openxmlformats.org/officeDocument/2006/relationships/theme" Target="theme/theme1.xml" /><Relationship Id="rId36" Type="http://schemas.openxmlformats.org/officeDocument/2006/relationships/viewProps" Target="viewProps.xml" /><Relationship Id="rId1" Type="http://schemas.openxmlformats.org/officeDocument/2006/relationships/slideMaster" Target="slideMasters/slideMaster1.xml" /><Relationship Id="rId35" Type="http://schemas.openxmlformats.org/officeDocument/2006/relationships/presProps" Target="presProps.xml" /><Relationship Id="rId39" Type="http://schemas.microsoft.com/office/2015/10/relationships/revisionInfo" Target="revisionInfo.xml" /><Relationship Id="rId38"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3</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1270000" y="1816100"/>
            <a:ext cx="96520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838200" y="2781300"/>
            <a:ext cx="10515600" cy="2413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838200" y="2997200"/>
            <a:ext cx="10515600" cy="19685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838200" y="2794000"/>
            <a:ext cx="10515600" cy="24003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838200" y="2336800"/>
            <a:ext cx="10515600" cy="33147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838200" y="2019300"/>
            <a:ext cx="10515600" cy="3937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5181600" y="2209800"/>
            <a:ext cx="6172200" cy="2387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3505200" y="1816100"/>
            <a:ext cx="518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870200" y="1816100"/>
            <a:ext cx="645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3505200" y="1816100"/>
            <a:ext cx="51943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6172200" y="2540000"/>
            <a:ext cx="5181600" cy="29083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5181600" y="2222500"/>
            <a:ext cx="6172200" cy="23622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2026-01-13T21:57:15Z</dcterms:created>
  <dcterms:modified xsi:type="dcterms:W3CDTF">2026-01-13T21:57:15Z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