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7" Type="http://schemas.openxmlformats.org/officeDocument/2006/relationships/theme" Target="theme/theme1.xml" /><Relationship Id="rId16" Type="http://schemas.openxmlformats.org/officeDocument/2006/relationships/viewProps" Target="viewProps.xml" /><Relationship Id="rId1" Type="http://schemas.openxmlformats.org/officeDocument/2006/relationships/slideMaster" Target="slideMasters/slideMaster1.xml" /><Relationship Id="rId15" Type="http://schemas.openxmlformats.org/officeDocument/2006/relationships/presProps" Target="presProps.xml" /><Relationship Id="rId19" Type="http://schemas.microsoft.com/office/2015/10/relationships/revisionInfo" Target="revisionInfo.xml" /><Relationship Id="rId1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4</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2235200" y="1816100"/>
            <a:ext cx="772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838200" y="2705100"/>
            <a:ext cx="10515600" cy="2552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3898900" y="1816100"/>
            <a:ext cx="4394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2026-01-13T11:59:08Z</dcterms:created>
  <dcterms:modified xsi:type="dcterms:W3CDTF">2026-01-13T11:59:08Z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