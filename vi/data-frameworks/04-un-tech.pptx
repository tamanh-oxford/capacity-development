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4</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1562100" y="1193800"/>
            <a:ext cx="60325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457200" y="1892300"/>
            <a:ext cx="8229600" cy="2006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2857500" y="1193800"/>
            <a:ext cx="3429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2026-01-13T09:11:29Z</dcterms:created>
  <dcterms:modified xsi:type="dcterms:W3CDTF">2026-01-13T09:11:29Z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