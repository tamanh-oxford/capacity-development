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Nguyên tắc hướng dẫn về xây dựng chính sách khung quản trị dữ liệu cấp quốc gia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Hợp đồng xã hội về dữ liệu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Lý thuyết về sự thay đổi: Dữ liệu cho phát triển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tầng quản trị dữ liệu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dữ liệu quốc gia tích hợp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Dòng chảy dữ liệu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Cung cầu dữ liệu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Chính sách dữ liệu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5</dc:title>
  <dc:creator>Ernest Guevarra</dc:creator>
  <cp:keywords/>
  <dcterms:created xsi:type="dcterms:W3CDTF">2026-01-12T18:57:18Z</dcterms:created>
  <dcterms:modified xsi:type="dcterms:W3CDTF">2026-01-12T18:57:18Z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Nguyên tắc hướng dẫn về xây dựng chính sách khung quản trị dữ liệu cấp quốc gia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