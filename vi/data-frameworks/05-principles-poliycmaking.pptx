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2" Type="http://schemas.openxmlformats.org/officeDocument/2006/relationships/theme" Target="theme/theme1.xml" /><Relationship Id="rId1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0" Type="http://schemas.openxmlformats.org/officeDocument/2006/relationships/presProps" Target="presProps.xml" /><Relationship Id="rId14" Type="http://schemas.microsoft.com/office/2015/10/relationships/revisionInfo" Target="revisionInfo.xml" /><Relationship Id="rId13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1816100"/>
            <a:ext cx="4978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78200" y="1816100"/>
            <a:ext cx="5435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75000" y="1816100"/>
            <a:ext cx="5829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8600" y="1816100"/>
            <a:ext cx="41148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816100"/>
            <a:ext cx="46355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816100"/>
            <a:ext cx="5080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13100" y="1816100"/>
            <a:ext cx="57531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2026-01-14T08:09:27Z</dcterms:created>
  <dcterms:modified xsi:type="dcterms:W3CDTF">2026-01-14T08:09:27Z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