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presProps" Target="presProps.xml" /><Relationship Id="rId14" Type="http://schemas.microsoft.com/office/2015/10/relationships/revisionInfo" Target="revisionInfo.xml" /><Relationship Id="rId13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816100"/>
            <a:ext cx="4978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78200" y="1816100"/>
            <a:ext cx="5435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750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8600" y="1816100"/>
            <a:ext cx="41148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816100"/>
            <a:ext cx="4635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816100"/>
            <a:ext cx="5080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13100" y="1816100"/>
            <a:ext cx="5753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2026-01-13T11:59:09Z</dcterms:created>
  <dcterms:modified xsi:type="dcterms:W3CDTF">2026-01-13T11:59:09Z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