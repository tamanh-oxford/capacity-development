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Buổi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Nguyên tắc hướng dẫn về xây dựng chính sách khung quản trị dữ liệu cấp quốc gia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Hợp đồng xã hội về dữ liệu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Lý thuyết về sự thay đổi: Dữ liệu cho phát triển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tầng quản trị dữ liệu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59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Hệ thống dữ liệu quốc gia tích hợp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1193800"/>
            <a:ext cx="321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Dòng chảy dữ liệu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55900" y="1193800"/>
            <a:ext cx="361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Cung cầu dữ liệu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0800" y="1193800"/>
            <a:ext cx="3962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Chính sách dữ liệu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193800"/>
            <a:ext cx="4495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Buổi 5</dc:title>
  <dc:creator>Ernest Guevarra</dc:creator>
  <cp:keywords/>
  <dcterms:created xsi:type="dcterms:W3CDTF">2026-01-12T21:51:35Z</dcterms:created>
  <dcterms:modified xsi:type="dcterms:W3CDTF">2026-01-12T21:51:35Z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Nguyên tắc hướng dẫn về xây dựng chính sách khung quản trị dữ liệu cấp quốc gia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