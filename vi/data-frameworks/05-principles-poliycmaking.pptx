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Buổi 5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Nguyên tắc hướng dẫn về xây dựng chính sách khung quản trị dữ liệu cấp quốc gia</a:t>
            </a:r>
            <a:br/>
            <a:br/>
            <a:r>
              <a:rPr/>
              <a:t>Ernest Guevarra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Hợp đồng xã hội về dữ liệu</a:t>
            </a:r>
          </a:p>
        </p:txBody>
      </p:sp>
      <p:pic>
        <p:nvPicPr>
          <p:cNvPr descr="../images/social_contrac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28900" y="1193800"/>
            <a:ext cx="388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Lý thuyết về sự thay đổi: Dữ liệu cho phát triển</a:t>
            </a:r>
          </a:p>
        </p:txBody>
      </p:sp>
      <p:pic>
        <p:nvPicPr>
          <p:cNvPr descr="../images/theory_of_chang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4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Các tầng quản trị dữ liệu</a:t>
            </a:r>
          </a:p>
        </p:txBody>
      </p:sp>
      <p:pic>
        <p:nvPicPr>
          <p:cNvPr descr="../images/data_governance_layer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298700" y="1193800"/>
            <a:ext cx="45593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Hệ thống dữ liệu quốc gia tích hợp</a:t>
            </a:r>
          </a:p>
        </p:txBody>
      </p:sp>
      <p:pic>
        <p:nvPicPr>
          <p:cNvPr descr="../images/integrated_national_data_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59100" y="1193800"/>
            <a:ext cx="3213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Dòng chảy dữ liệu</a:t>
            </a:r>
          </a:p>
        </p:txBody>
      </p:sp>
      <p:pic>
        <p:nvPicPr>
          <p:cNvPr descr="../images/data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55900" y="1193800"/>
            <a:ext cx="36195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Cung cầu dữ liệu</a:t>
            </a:r>
          </a:p>
        </p:txBody>
      </p:sp>
      <p:pic>
        <p:nvPicPr>
          <p:cNvPr descr="../images/data_supply_deman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90800" y="1193800"/>
            <a:ext cx="3962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Chính sách dữ liệu</a:t>
            </a:r>
          </a:p>
        </p:txBody>
      </p:sp>
      <p:pic>
        <p:nvPicPr>
          <p:cNvPr descr="../images/data_polici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495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5</dc:title>
  <dc:creator>Ernest Guevarra</dc:creator>
  <cp:keywords/>
  <dcterms:created xsi:type="dcterms:W3CDTF">2026-01-12T14:59:12Z</dcterms:created>
  <dcterms:modified xsi:type="dcterms:W3CDTF">2026-01-12T14:59:12Z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-vi">
    <vt:lpwstr/>
  </property>
  <property fmtid="{D5CDD505-2E9C-101B-9397-08002B2CF9AE}" pid="4" name="authors">
    <vt:lpwstr/>
  </property>
  <property fmtid="{D5CDD505-2E9C-101B-9397-08002B2CF9AE}" pid="5" name="babelquarto">
    <vt:lpwstr/>
  </property>
  <property fmtid="{D5CDD505-2E9C-101B-9397-08002B2CF9AE}" pid="6" name="biblio-config">
    <vt:lpwstr>True</vt:lpwstr>
  </property>
  <property fmtid="{D5CDD505-2E9C-101B-9397-08002B2CF9AE}" pid="7" name="by-affiliation">
    <vt:lpwstr/>
  </property>
  <property fmtid="{D5CDD505-2E9C-101B-9397-08002B2CF9AE}" pid="8" name="by-author">
    <vt:lpwstr/>
  </property>
  <property fmtid="{D5CDD505-2E9C-101B-9397-08002B2CF9AE}" pid="9" name="description-vi">
    <vt:lpwstr/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ang-vi">
    <vt:lpwstr>yes</vt:lpwstr>
  </property>
  <property fmtid="{D5CDD505-2E9C-101B-9397-08002B2CF9AE}" pid="15" name="subtitle">
    <vt:lpwstr>Nguyên tắc hướng dẫn về xây dựng chính sách khung quản trị dữ liệu cấp quốc gia</vt:lpwstr>
  </property>
  <property fmtid="{D5CDD505-2E9C-101B-9397-08002B2CF9AE}" pid="16" name="title-slide-attributes">
    <vt:lpwstr/>
  </property>
  <property fmtid="{D5CDD505-2E9C-101B-9397-08002B2CF9AE}" pid="17" name="title-vi">
    <vt:lpwstr>Các khóa đào tạo phát triển năng lực dữ liệu của TOP</vt:lpwstr>
  </property>
  <property fmtid="{D5CDD505-2E9C-101B-9397-08002B2CF9AE}" pid="18" name="toc-title">
    <vt:lpwstr>Table of contents</vt:lpwstr>
  </property>
</Properties>
</file>