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</a:t>
            </a:r>
            <a:r>
              <a:rPr b="1"/>
              <a:t>139</a:t>
            </a:r>
            <a:r>
              <a:rPr/>
              <a:t>ứng dụng/công cụ/nền tảng liên quan đến dữ liệu.</a:t>
            </a:r>
          </a:p>
          <a:p>
            <a:pPr lvl="0"/>
            <a:r>
              <a:rPr/>
              <a:t>Đến năm 2023, con số này đã tăng lên khoảng</a:t>
            </a:r>
            <a:r>
              <a:rPr b="1"/>
              <a:t>1.416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2026-01-12T15:16:44Z</dcterms:created>
  <dcterms:modified xsi:type="dcterms:W3CDTF">2026-01-12T15:16:44Z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