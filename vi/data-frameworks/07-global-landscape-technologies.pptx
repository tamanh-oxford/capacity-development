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4" Type="http://schemas.openxmlformats.org/officeDocument/2006/relationships/theme" Target="theme/theme1.xml" /><Relationship Id="rId1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2" Type="http://schemas.openxmlformats.org/officeDocument/2006/relationships/presProps" Target="presProps.xml" /><Relationship Id="rId16" Type="http://schemas.microsoft.com/office/2015/10/relationships/revisionInfo" Target="revisionInfo.xml" /><Relationship Id="rId15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0" y="1816100"/>
            <a:ext cx="838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 </a:t>
            </a:r>
            <a:r>
              <a:rPr b="1"/>
              <a:t>139</a:t>
            </a:r>
            <a:r>
              <a:rPr/>
              <a:t> ứng dụng/công cụ/nền tảng liên quan đến dữ liệu.</a:t>
            </a:r>
          </a:p>
          <a:p>
            <a:pPr lvl="0"/>
            <a:r>
              <a:rPr/>
              <a:t>Đến năm 2023, con số này đã tăng lên khoảng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 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641600"/>
            <a:ext cx="5181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73200" y="1816100"/>
            <a:ext cx="9258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816100"/>
            <a:ext cx="74549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816100"/>
            <a:ext cx="9982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1816100"/>
            <a:ext cx="4292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62300" y="1816100"/>
            <a:ext cx="5854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2026-01-13T11:59:10Z</dcterms:created>
  <dcterms:modified xsi:type="dcterms:W3CDTF">2026-01-13T11:59:10Z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