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
  </p:notes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8</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Hoạt động 2</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2026-01-13T08:45:51Z</dcterms:created>
  <dcterms:modified xsi:type="dcterms:W3CDTF">2026-01-13T08:45:51Z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