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a:t>
            </a:r>
            <a:r>
              <a:rPr b="1"/>
              <a:t>các nhóm phối hợp dữ liệu</a:t>
            </a:r>
            <a:r>
              <a:rPr/>
              <a:t>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9</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825500" y="1193800"/>
            <a:ext cx="7493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812800" y="1193800"/>
            <a:ext cx="7518400" cy="33909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CNTT.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CNTT.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Nhânviên chính sách</a:t>
            </a:r>
            <a:r>
              <a:rPr/>
              <a:t>sử dụng dữ liệu để hỗ trợ phát triển chính sách và ra quyết định.</a:t>
            </a:r>
          </a:p>
          <a:p>
            <a:pPr lvl="0"/>
            <a:r>
              <a:rPr b="1"/>
              <a:t>Các nhàphân tích dữ liệu</a:t>
            </a:r>
            <a:r>
              <a:rPr/>
              <a:t>phân tích, tích hợp và trực quan hóa dữ liệu để tạo ra các thông tin chi tiết.</a:t>
            </a:r>
          </a:p>
          <a:p>
            <a:pPr lvl="0"/>
            <a:r>
              <a:rPr b="1"/>
              <a:t>Các kiến trúc sư dữ liệu hoặc thông tin</a:t>
            </a:r>
            <a:r>
              <a:rPr/>
              <a:t>thiết kế mô hình và kiến trúc để quản lý và sử dụng dữ liệu.</a:t>
            </a:r>
          </a:p>
          <a:p>
            <a:pPr lvl="0"/>
            <a:r>
              <a:rPr b="1"/>
              <a:t>Kỹ sư dữ liệu</a:t>
            </a:r>
            <a:r>
              <a:rPr/>
              <a:t>chịu trách nhiệm làm sạch, tích hợp và chuẩn bị dữ liệu cho phân tích, đồng thời hỗ trợ xác định kiến trúc dữ liệu.</a:t>
            </a:r>
          </a:p>
          <a:p>
            <a:pPr lvl="0"/>
            <a:r>
              <a:rPr b="1"/>
              <a:t>Nhàkhoa học dữ liệu</a:t>
            </a:r>
            <a:r>
              <a:rPr/>
              <a:t>phân tích các tập dữ liệu lớn bằng thống kê, phân tích nâng cao, học máy và trí tuệ nhân tạo để xác định các mẫu và thông tin chi tiết.</a:t>
            </a:r>
          </a:p>
          <a:p>
            <a:pPr lvl="0"/>
            <a:r>
              <a:rPr b="1"/>
              <a:t>Nhânviên</a:t>
            </a:r>
            <a:r>
              <a:rPr/>
              <a:t>phát triển</a:t>
            </a:r>
            <a:r>
              <a:rPr b="1"/>
              <a:t>phần mềm</a:t>
            </a:r>
            <a:r>
              <a:rPr/>
              <a:t>xây dựng các đường ống dữ liệu, triển khai kiến trúc dữ liệu, tạo giao diện truy cập dữ liệu và tích hợp chính sách dữ liệu vào hệ thống CNTT.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2026-01-12T18:57:21Z</dcterms:created>
  <dcterms:modified xsi:type="dcterms:W3CDTF">2026-01-12T18:57:21Z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