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Ghi lại các vai trò/vị trí trên một thẻ ghi chú hoặc giấy dán.</a:t>
            </a:r>
          </a:p>
          <a:p>
            <a:pPr lvl="0" indent="0" marL="0">
              <a:buNone/>
            </a:pPr>
          </a:p>
          <a:p>
            <a:pPr lvl="0"/>
            <a:r>
              <a:rPr/>
              <a:t>Hãy cụ thể nhất có thể.</a:t>
            </a:r>
          </a:p>
          <a:p>
            <a:pPr lvl="0" indent="0" marL="0">
              <a:buNone/>
            </a:pPr>
          </a:p>
          <a:p>
            <a:pPr lvl="0"/>
            <a:r>
              <a:rPr/>
              <a:t>Tốt nhất, hãy ghi chính xác tên của vai trò/vị trí.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Nếu một vai trò/chức vụ trong nhóm của bạn đảm nhận nhiều vai trò/trách nhiệm dữ liệu khác nhau, hãy ghi thêm thẻ metacard hoặc giấy note dán cho vai trò/chức vụ đó và đặt chúng dưới các vai trò/trách nhiệm dữ liệu tương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Bối cảnh nguồn nhân lực cho lĩnh vực dữ liệu tại Việt Nam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Hoạt động 1: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Ghi lại các vai trò/chức vụ khác nhau trong nhóm của bạn (bao gồm cả vai trò của bạn).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Hoạt động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Với các thẻ metacard hoặc giấy note dán mà bạn đã tạo, hãy dán chúng lên bảng hoặc tường và đặt chúng dưới các vai trò/trách nhiệm dữ liệu tương ứng.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10</dc:title>
  <dc:creator>Ernest Guevarra</dc:creator>
  <cp:keywords/>
  <dcterms:created xsi:type="dcterms:W3CDTF">2026-01-12T18:57:22Z</dcterms:created>
  <dcterms:modified xsi:type="dcterms:W3CDTF">2026-01-12T18:57:22Z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Bối cảnh nguồn nhân lực cho lĩnh vực dữ liệu tại Việt Nam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