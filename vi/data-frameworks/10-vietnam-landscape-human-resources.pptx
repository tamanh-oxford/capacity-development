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notesMasters/notesMaster1.xml" ContentType="application/vnd.openxmlformats-officedocument.presentationml.notesMaster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notesMasterIdLst>
    <p:notesMasterId r:id="rId7"/>
  </p:notesMasterIdLst>
  <p:sldIdLst>
    <p:sldId id="256" r:id="rId2"/>
    <p:sldId id="257" r:id="rId3"/>
    <p:sldId id="258" r:id="rId4"/>
    <p:sldId id="259" r:id="rId5"/>
    <p:sldId id="260" r:id="rId6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notesMaster" Target="notesMasters/notesMaster1.xml" /><Relationship Id="rId9" Type="http://schemas.openxmlformats.org/officeDocument/2006/relationships/viewProps" Target="viewProps.xml" /><Relationship Id="rId8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11" Type="http://schemas.openxmlformats.org/officeDocument/2006/relationships/tableStyles" Target="tableStyles.xml" /><Relationship Id="rId10" Type="http://schemas.openxmlformats.org/officeDocument/2006/relationships/theme" Target="theme/theme1.xml" 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9C1CCF-B725-44A7-AA57-5E433BD85C9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8BDFEC3-8487-43E8-A154-7C12CBC1FFF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8270977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?><Relationships xmlns="http://schemas.openxmlformats.org/package/2006/relationships"><Relationship Id="rId2" Type="http://schemas.openxmlformats.org/officeDocument/2006/relationships/slide" Target="../slides/slide3.xml" /><Relationship Id="rId1" Type="http://schemas.openxmlformats.org/officeDocument/2006/relationships/notesMaster" Target="../notesMasters/notesMaster1.xml" /></Relationships>
</file>

<file path=ppt/notesSlides/_rels/notesSlide2.xml.rels><?xml version="1.0" encoding="UTF-8"?><Relationships xmlns="http://schemas.openxmlformats.org/package/2006/relationships"><Relationship Id="rId2" Type="http://schemas.openxmlformats.org/officeDocument/2006/relationships/slide" Target="../slides/slide5.xml" /><Relationship Id="rId1" Type="http://schemas.openxmlformats.org/officeDocument/2006/relationships/notesMaster" Target="../notesMasters/notesMaster1.xml" 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/>
            <a:r>
              <a:rPr/>
              <a:t>Ghi lại các vai trò/vị trí trên một thẻ ghi chú hoặc giấy dán.</a:t>
            </a:r>
          </a:p>
          <a:p>
            <a:pPr lvl="0" indent="0" marL="0">
              <a:buNone/>
            </a:pPr>
          </a:p>
          <a:p>
            <a:pPr lvl="0"/>
            <a:r>
              <a:rPr/>
              <a:t>Hãy cụ thể nhất có thể.</a:t>
            </a:r>
          </a:p>
          <a:p>
            <a:pPr lvl="0" indent="0" marL="0">
              <a:buNone/>
            </a:pPr>
          </a:p>
          <a:p>
            <a:pPr lvl="0"/>
            <a:r>
              <a:rPr/>
              <a:t>Tốt nhất, hãy ghi chính xác tên của vai trò/vị trí.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3</a:t>
            </a:fld>
            <a:endParaRPr lang="en-US"/>
          </a:p>
        </p:txBody>
      </p:sp>
    </p:spTree>
  </p:cSld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/>
            <a:r>
              <a:rPr/>
              <a:t>Nếu một vai trò/chức vụ trong nhóm của bạn đảm nhận nhiều vai trò/trách nhiệm dữ liệu khác nhau, hãy ghi thêm thẻ metacard hoặc giấy note dán cho vai trò/chức vụ đó và đặt chúng dưới các vai trò/trách nhiệm dữ liệu tương ứng.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5</a:t>
            </a:fld>
            <a:endParaRPr lang="en-US"/>
          </a:p>
        </p:txBody>
      </p:sp>
    </p:spTree>
  </p:cSld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Buổi 10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Bối cảnh nguồn nhân lực cho lĩnh vực dữ liệu tại Việt Nam</a:t>
            </a:r>
            <a:br/>
            <a:br/>
            <a:r>
              <a:rPr/>
              <a:t>Ernest Guevarra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Hoạt động 1: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Ghi lại các vai trò/chức vụ khác nhau trong nhóm của bạn (bao gồm cả vai trò của bạn).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Hoạt động 2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Với các thẻ metacard hoặc giấy note dán mà bạn đã tạo, hãy dán chúng lên bảng hoặc tường và đặt chúng dưới các vai trò/trách nhiệm dữ liệu tương ứng.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Buổi 10</dc:title>
  <dc:creator>Ernest Guevarra</dc:creator>
  <cp:keywords/>
  <dcterms:created xsi:type="dcterms:W3CDTF">2026-01-12T14:02:53Z</dcterms:created>
  <dcterms:modified xsi:type="dcterms:W3CDTF">2026-01-12T14:02:53Z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ffiliations">
    <vt:lpwstr/>
  </property>
  <property fmtid="{D5CDD505-2E9C-101B-9397-08002B2CF9AE}" pid="3" name="author-vi">
    <vt:lpwstr/>
  </property>
  <property fmtid="{D5CDD505-2E9C-101B-9397-08002B2CF9AE}" pid="4" name="authors">
    <vt:lpwstr/>
  </property>
  <property fmtid="{D5CDD505-2E9C-101B-9397-08002B2CF9AE}" pid="5" name="babelquarto">
    <vt:lpwstr/>
  </property>
  <property fmtid="{D5CDD505-2E9C-101B-9397-08002B2CF9AE}" pid="6" name="biblio-config">
    <vt:lpwstr>True</vt:lpwstr>
  </property>
  <property fmtid="{D5CDD505-2E9C-101B-9397-08002B2CF9AE}" pid="7" name="by-affiliation">
    <vt:lpwstr/>
  </property>
  <property fmtid="{D5CDD505-2E9C-101B-9397-08002B2CF9AE}" pid="8" name="by-author">
    <vt:lpwstr/>
  </property>
  <property fmtid="{D5CDD505-2E9C-101B-9397-08002B2CF9AE}" pid="9" name="description-vi">
    <vt:lpwstr/>
  </property>
  <property fmtid="{D5CDD505-2E9C-101B-9397-08002B2CF9AE}" pid="10" name="header-includes">
    <vt:lpwstr/>
  </property>
  <property fmtid="{D5CDD505-2E9C-101B-9397-08002B2CF9AE}" pid="11" name="include-after">
    <vt:lpwstr/>
  </property>
  <property fmtid="{D5CDD505-2E9C-101B-9397-08002B2CF9AE}" pid="12" name="include-before">
    <vt:lpwstr/>
  </property>
  <property fmtid="{D5CDD505-2E9C-101B-9397-08002B2CF9AE}" pid="13" name="labels">
    <vt:lpwstr/>
  </property>
  <property fmtid="{D5CDD505-2E9C-101B-9397-08002B2CF9AE}" pid="14" name="lang-vi">
    <vt:lpwstr>yes</vt:lpwstr>
  </property>
  <property fmtid="{D5CDD505-2E9C-101B-9397-08002B2CF9AE}" pid="15" name="subtitle">
    <vt:lpwstr>Bối cảnh nguồn nhân lực cho lĩnh vực dữ liệu tại Việt Nam</vt:lpwstr>
  </property>
  <property fmtid="{D5CDD505-2E9C-101B-9397-08002B2CF9AE}" pid="16" name="title-slide-attributes">
    <vt:lpwstr/>
  </property>
  <property fmtid="{D5CDD505-2E9C-101B-9397-08002B2CF9AE}" pid="17" name="title-vi">
    <vt:lpwstr>Các khóa đào tạo phát triển năng lực dữ liệu của TOP</vt:lpwstr>
  </property>
  <property fmtid="{D5CDD505-2E9C-101B-9397-08002B2CF9AE}" pid="18" name="toc-title">
    <vt:lpwstr>Table of contents</vt:lpwstr>
  </property>
</Properties>
</file>