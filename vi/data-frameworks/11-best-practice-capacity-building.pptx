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5" Type="http://schemas.openxmlformats.org/officeDocument/2006/relationships/theme" Target="theme/theme1.xml" /><Relationship Id="rId24" Type="http://schemas.openxmlformats.org/officeDocument/2006/relationships/viewProps" Target="viewProps.xml" /><Relationship Id="rId1" Type="http://schemas.openxmlformats.org/officeDocument/2006/relationships/slideMaster" Target="slideMasters/slideMaster1.xml" /><Relationship Id="rId23" Type="http://schemas.openxmlformats.org/officeDocument/2006/relationships/presProps" Target="presProps.xml" /><Relationship Id="rId27" Type="http://schemas.microsoft.com/office/2015/10/relationships/revisionInfo" Target="revisionInfo.xml" /><Relationship Id="rId26"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ssets.publishing.service.gov.uk/media/64184bccd3bf7f79d9675dbd/Data_Maturity_Assessment_for_Government_-_FINAL_PDF.pdf"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838200" y="2197100"/>
            <a:ext cx="10515600" cy="3581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2781300" y="1816100"/>
            <a:ext cx="6629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p:txBody>
      </p:sp>
      <p:sp>
        <p:nvSpPr>
          <p:cNvPr id="4" name="Content Placeholder 3"/>
          <p:cNvSpPr>
            <a:spLocks noGrp="1"/>
          </p:cNvSpPr>
          <p:nvPr>
            <p:ph idx="2" sz="half"/>
          </p:nvPr>
        </p:nvSpPr>
        <p:spPr/>
        <p:txBody>
          <a:bodyPr/>
          <a:lstStyle/>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Năng lực Dữ liệu</a:t>
            </a:r>
          </a:p>
        </p:txBody>
      </p:sp>
      <p:pic>
        <p:nvPicPr>
          <p:cNvPr descr="../images/qrcode_data.govt.nz.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dữ liệu</a:t>
            </a:r>
          </a:p>
        </p:txBody>
      </p:sp>
      <p:pic>
        <p:nvPicPr>
          <p:cNvPr descr="../images/hr_roles_05.png" id="0" name="Picture 1"/>
          <p:cNvPicPr>
            <a:picLocks noGrp="1" noChangeAspect="1"/>
          </p:cNvPicPr>
          <p:nvPr/>
        </p:nvPicPr>
        <p:blipFill>
          <a:blip r:embed="rId2"/>
          <a:stretch>
            <a:fillRect/>
          </a:stretch>
        </p:blipFill>
        <p:spPr bwMode="auto">
          <a:xfrm>
            <a:off x="838200" y="2438400"/>
            <a:ext cx="10515600" cy="30988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a:t>
            </a:r>
          </a:p>
        </p:txBody>
      </p:sp>
      <p:sp>
        <p:nvSpPr>
          <p:cNvPr id="3" name="Content Placeholder 2"/>
          <p:cNvSpPr>
            <a:spLocks noGrp="1"/>
          </p:cNvSpPr>
          <p:nvPr>
            <p:ph idx="1"/>
          </p:nvPr>
        </p:nvSpPr>
        <p:spPr/>
        <p:txBody>
          <a:bodyPr/>
          <a:lstStyle/>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 - ví dụ</a:t>
            </a:r>
          </a:p>
        </p:txBody>
      </p:sp>
      <p:pic>
        <p:nvPicPr>
          <p:cNvPr descr="../images/dma_example.png" id="0" name="Picture 1"/>
          <p:cNvPicPr>
            <a:picLocks noGrp="1" noChangeAspect="1"/>
          </p:cNvPicPr>
          <p:nvPr/>
        </p:nvPicPr>
        <p:blipFill>
          <a:blip r:embed="rId2"/>
          <a:stretch>
            <a:fillRect/>
          </a:stretch>
        </p:blipFill>
        <p:spPr bwMode="auto">
          <a:xfrm>
            <a:off x="1778000" y="1816100"/>
            <a:ext cx="8648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đánh giá mức độ trưởng thành dữ liệu</a:t>
            </a:r>
          </a:p>
        </p:txBody>
      </p:sp>
      <p:pic>
        <p:nvPicPr>
          <p:cNvPr descr="../images/qrcode_assets.publishing.service.gov.uk.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Xây dựng năng lực dữ liệu trong đội ngũ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Trình độ hiểu biết về dữ liệu</a:t>
            </a:r>
          </a:p>
        </p:txBody>
      </p:sp>
      <p:pic>
        <p:nvPicPr>
          <p:cNvPr descr="../images/hr_roles_06.png" id="0" name="Picture 1"/>
          <p:cNvPicPr>
            <a:picLocks noGrp="1" noChangeAspect="1"/>
          </p:cNvPicPr>
          <p:nvPr/>
        </p:nvPicPr>
        <p:blipFill>
          <a:blip r:embed="rId2"/>
          <a:stretch>
            <a:fillRect/>
          </a:stretch>
        </p:blipFill>
        <p:spPr bwMode="auto">
          <a:xfrm>
            <a:off x="2171700" y="1816100"/>
            <a:ext cx="7861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kỹ năng dữ liệu</a:t>
            </a:r>
          </a:p>
        </p:txBody>
      </p:sp>
      <p:pic>
        <p:nvPicPr>
          <p:cNvPr descr="../images/hr_roles_07.png" id="0" name="Picture 1"/>
          <p:cNvPicPr>
            <a:picLocks noGrp="1" noChangeAspect="1"/>
          </p:cNvPicPr>
          <p:nvPr/>
        </p:nvPicPr>
        <p:blipFill>
          <a:blip r:embed="rId2"/>
          <a:stretch>
            <a:fillRect/>
          </a:stretch>
        </p:blipFill>
        <p:spPr bwMode="auto">
          <a:xfrm>
            <a:off x="3022600" y="1816100"/>
            <a:ext cx="6134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Triển khai xây dựng năng lực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Ngắn hạn</a:t>
            </a:r>
          </a:p>
        </p:txBody>
      </p:sp>
      <p:sp>
        <p:nvSpPr>
          <p:cNvPr id="3" name="Content Placeholder 2"/>
          <p:cNvSpPr>
            <a:spLocks noGrp="1"/>
          </p:cNvSpPr>
          <p:nvPr>
            <p:ph idx="1"/>
          </p:nvPr>
        </p:nvSpPr>
        <p:spPr/>
        <p:txBody>
          <a:bodyPr/>
          <a:lstStyle/>
          <a:p>
            <a:pPr lvl="0"/>
            <a:r>
              <a:rPr/>
              <a:t>Các buổi đào tạo</a:t>
            </a:r>
          </a:p>
          <a:p>
            <a:pPr lvl="0"/>
            <a:r>
              <a:rPr/>
              <a:t>Nguồn tài liệu đào tạo trực tuyến</a:t>
            </a:r>
          </a:p>
          <a:p>
            <a:pPr lvl="0"/>
            <a:r>
              <a:rPr/>
              <a:t>Chia sẻ kiến thức về các đổi mới toàn cầu và các trường hợp ứng dụng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Trung hạn</a:t>
            </a:r>
          </a:p>
        </p:txBody>
      </p:sp>
      <p:sp>
        <p:nvSpPr>
          <p:cNvPr id="3" name="Content Placeholder 2"/>
          <p:cNvSpPr>
            <a:spLocks noGrp="1"/>
          </p:cNvSpPr>
          <p:nvPr>
            <p:ph idx="1"/>
          </p:nvPr>
        </p:nvSpPr>
        <p:spPr/>
        <p:txBody>
          <a:bodyPr/>
          <a:lstStyle/>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Dài hạn</a:t>
            </a:r>
          </a:p>
        </p:txBody>
      </p:sp>
      <p:sp>
        <p:nvSpPr>
          <p:cNvPr id="3" name="Content Placeholder 2"/>
          <p:cNvSpPr>
            <a:spLocks noGrp="1"/>
          </p:cNvSpPr>
          <p:nvPr>
            <p:ph idx="1"/>
          </p:nvPr>
        </p:nvSpPr>
        <p:spPr/>
        <p:txBody>
          <a:bodyPr/>
          <a:lstStyle/>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2026-01-13T16:53:38Z</dcterms:created>
  <dcterms:modified xsi:type="dcterms:W3CDTF">2026-01-13T16:53:38Z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