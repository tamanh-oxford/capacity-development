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 Ứng dụng, Dữ liệu, Lãnh đạo, Văn hóa, Công cụ, Kỹ năng</a:t>
            </a:r>
          </a:p>
          <a:p>
            <a:pPr lvl="0"/>
            <a:r>
              <a:rPr b="1"/>
              <a:t>Các cấp độ trưởng thành:</a:t>
            </a:r>
            <a:r>
              <a:rPr/>
              <a:t> 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2026-01-13T09:11:34Z</dcterms:created>
  <dcterms:modified xsi:type="dcterms:W3CDTF">2026-01-13T09:11:34Z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