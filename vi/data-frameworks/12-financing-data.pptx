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3" Type="http://schemas.openxmlformats.org/officeDocument/2006/relationships/theme" Target="theme/theme1.xml" /><Relationship Id="rId22" Type="http://schemas.openxmlformats.org/officeDocument/2006/relationships/viewProps" Target="viewProps.xml" /><Relationship Id="rId1" Type="http://schemas.openxmlformats.org/officeDocument/2006/relationships/slideMaster" Target="slideMasters/slideMaster1.xml" /><Relationship Id="rId21" Type="http://schemas.openxmlformats.org/officeDocument/2006/relationships/presProps" Target="presProps.xml" /><Relationship Id="rId25" Type="http://schemas.microsoft.com/office/2015/10/relationships/revisionInfo" Target="revisionInfo.xml" /><Relationship Id="rId2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6172200" y="2159000"/>
            <a:ext cx="5181600" cy="365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838200" y="1905000"/>
            <a:ext cx="10515600" cy="41656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1079500" y="1816100"/>
            <a:ext cx="10045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2026-01-13T16:53:39Z</dcterms:created>
  <dcterms:modified xsi:type="dcterms:W3CDTF">2026-01-13T16:53:39Z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