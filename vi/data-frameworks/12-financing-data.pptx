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$120.000-$180.000</a:t>
            </a:r>
          </a:p>
          <a:p>
            <a:pPr lvl="0"/>
            <a:r>
              <a:rPr/>
              <a:t>Chuyên viên quản lý dữ liệu: $85.000-$130.000 cho mỗi nhân sự</a:t>
            </a:r>
          </a:p>
          <a:p>
            <a:pPr lvl="0"/>
            <a:r>
              <a:rPr/>
              <a:t>Chuyên viên tuân thủ: $90,000-$150,000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(TCO) từ 30-45% trong vòng năm năm thông qua các giải pháp quản trị dựa trên đám mây.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4648200" y="1460500"/>
            <a:ext cx="4038600" cy="2844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457200" y="1257300"/>
            <a:ext cx="8229600" cy="326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647700" y="1193800"/>
            <a:ext cx="78359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2026-01-12T14:59:17Z</dcterms:created>
  <dcterms:modified xsi:type="dcterms:W3CDTF">2026-01-12T14:59:17Z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