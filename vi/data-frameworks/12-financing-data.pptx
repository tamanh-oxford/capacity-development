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3" Type="http://schemas.openxmlformats.org/officeDocument/2006/relationships/theme" Target="theme/theme1.xml" /><Relationship Id="rId22" Type="http://schemas.openxmlformats.org/officeDocument/2006/relationships/viewProps" Target="viewProps.xml" /><Relationship Id="rId1" Type="http://schemas.openxmlformats.org/officeDocument/2006/relationships/slideMaster" Target="slideMasters/slideMaster1.xml" /><Relationship Id="rId21" Type="http://schemas.openxmlformats.org/officeDocument/2006/relationships/presProps" Target="presProps.xml" /><Relationship Id="rId25" Type="http://schemas.microsoft.com/office/2015/10/relationships/revisionInfo" Target="revisionInfo.xml" /><Relationship Id="rId2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$120,000 - $180,000</a:t>
            </a:r>
          </a:p>
          <a:p>
            <a:pPr lvl="0"/>
            <a:r>
              <a:rPr/>
              <a:t>Chuyên viên quản lý dữ liệu: $85,000-$130,000 cho mỗi nhân sự</a:t>
            </a:r>
          </a:p>
          <a:p>
            <a:pPr lvl="0"/>
            <a:r>
              <a:rPr/>
              <a:t>Chuyên viên tuân thủ: $90,000-$150,000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(CTO) từ 30-45% trong vòng năm năm thông qua các giải pháp quản trị dựa trên đám mây.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6172200" y="2159000"/>
            <a:ext cx="5181600" cy="365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838200" y="1905000"/>
            <a:ext cx="10515600" cy="41656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1079500" y="1816100"/>
            <a:ext cx="10045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2026-01-13T11:59:14Z</dcterms:created>
  <dcterms:modified xsi:type="dcterms:W3CDTF">2026-01-13T11:59:14Z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