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694"/>
  </p:normalViewPr>
  <p:slideViewPr>
    <p:cSldViewPr snapToGrid="0" snapToObjects="1">
      <p:cViewPr varScale="1">
        <p:scale>
          <a:sx d="100" n="161"/>
          <a:sy d="100" n="161"/>
        </p:scale>
        <p:origin x="560" y="200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7" Type="http://schemas.openxmlformats.org/officeDocument/2006/relationships/viewProps" Target="viewProps.xml" /><Relationship Id="rId6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9" Type="http://schemas.openxmlformats.org/officeDocument/2006/relationships/tableStyles" Target="tableStyles.xml" /><Relationship Id="rId8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200151"/>
            <a:ext cx="4038600" cy="3394472"/>
          </a:xfrm>
        </p:spPr>
        <p:txBody>
          <a:bodyPr/>
          <a:lstStyle>
            <a:lvl1pPr>
              <a:defRPr sz="2100"/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857250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1200151"/>
            <a:ext cx="8229600" cy="3394472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1/2/22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342900" eaLnBrk="1" hangingPunct="1" latinLnBrk="0" rtl="0">
        <a:spcBef>
          <a:spcPct val="0"/>
        </a:spcBef>
        <a:buNone/>
        <a:defRPr kern="1200" sz="33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typeface="Arial"/>
        <a:buChar char="–"/>
        <a:defRPr kern="1200" sz="21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Giáo trình khóa học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1371600" y="2914650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Khái niệm và Ứng dụng Dữ liệu cho Quản lý</a:t>
            </a:r>
            <a:br/>
            <a:br/>
            <a:r>
              <a:rPr/>
              <a:t>Ernest Guevarra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1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tổ chức và khung khổ quản trị dữ liệu</a:t>
            </a:r>
          </a:p>
          <a:p>
            <a:pPr lvl="0"/>
            <a:r>
              <a:rPr/>
              <a:t>Nghiên cứu trường hợp: Liên Hợp Quốc và những thách thức về công nghệ và dữ liệu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2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Bức tranh toàn cầu về các công nghệ có sẵn cho dữ liệu</a:t>
            </a:r>
          </a:p>
          <a:p>
            <a:pPr lvl="0"/>
            <a:r>
              <a:rPr/>
              <a:t>Hoạt động: Bối cảnh công nghệ cho dữ liệu tại Việt Nam</a:t>
            </a:r>
          </a:p>
          <a:p>
            <a:pPr lvl="0"/>
            <a:r>
              <a:rPr/>
              <a:t>Bối cảnh công nghệ dữ liệu tại Việt Nam</a:t>
            </a:r>
          </a:p>
          <a:p>
            <a:pPr lvl="0"/>
            <a:r>
              <a:rPr/>
              <a:t>Hoạt động: Bối cảnh nguồn nhân lực cho dữ liệu tại Việt Nam</a:t>
            </a:r>
          </a:p>
        </p:txBody>
      </p:sp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Ngày 3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Nguyên tắc hướng dẫn và các thực hành tốt nhất trong việc xây dựng năng lực dữ liệu</a:t>
            </a:r>
          </a:p>
          <a:p>
            <a:pPr lvl="0"/>
            <a:r>
              <a:rPr/>
              <a:t>Tài trợ cho quản trị dữ liệu</a:t>
            </a:r>
          </a:p>
          <a:p>
            <a:pPr lvl="0"/>
            <a:r>
              <a:rPr/>
              <a:t>Xây dựng và triển khai các cấu trúc và khung quản trị dữ liệu hiệu quả cho Việt Nam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2</TotalTime>
  <Words>49</Words>
  <Application>Microsoft Macintosh PowerPoint</Application>
  <PresentationFormat>On-screen Show (16:9)</PresentationFormat>
  <Paragraphs>15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7" baseType="lpstr">
      <vt:lpstr>Arial</vt:lpstr>
      <vt:lpstr>Calibri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Giáo trình khóa học</dc:title>
  <dc:creator>Ernest Guevarra</dc:creator>
  <cp:keywords/>
  <dcterms:created xsi:type="dcterms:W3CDTF">2026-01-13T06:26:02Z</dcterms:created>
  <dcterms:modified xsi:type="dcterms:W3CDTF">2026-01-13T06:26:02Z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ffiliations">
    <vt:lpwstr/>
  </property>
  <property fmtid="{D5CDD505-2E9C-101B-9397-08002B2CF9AE}" pid="3" name="author-vi">
    <vt:lpwstr/>
  </property>
  <property fmtid="{D5CDD505-2E9C-101B-9397-08002B2CF9AE}" pid="4" name="authors">
    <vt:lpwstr/>
  </property>
  <property fmtid="{D5CDD505-2E9C-101B-9397-08002B2CF9AE}" pid="5" name="babelquarto">
    <vt:lpwstr/>
  </property>
  <property fmtid="{D5CDD505-2E9C-101B-9397-08002B2CF9AE}" pid="6" name="biblio-config">
    <vt:lpwstr>True</vt:lpwstr>
  </property>
  <property fmtid="{D5CDD505-2E9C-101B-9397-08002B2CF9AE}" pid="7" name="by-affiliation">
    <vt:lpwstr/>
  </property>
  <property fmtid="{D5CDD505-2E9C-101B-9397-08002B2CF9AE}" pid="8" name="by-author">
    <vt:lpwstr/>
  </property>
  <property fmtid="{D5CDD505-2E9C-101B-9397-08002B2CF9AE}" pid="9" name="description-vi">
    <vt:lpwstr/>
  </property>
  <property fmtid="{D5CDD505-2E9C-101B-9397-08002B2CF9AE}" pid="10" name="header-includes">
    <vt:lpwstr/>
  </property>
  <property fmtid="{D5CDD505-2E9C-101B-9397-08002B2CF9AE}" pid="11" name="include-after">
    <vt:lpwstr/>
  </property>
  <property fmtid="{D5CDD505-2E9C-101B-9397-08002B2CF9AE}" pid="12" name="include-before">
    <vt:lpwstr/>
  </property>
  <property fmtid="{D5CDD505-2E9C-101B-9397-08002B2CF9AE}" pid="13" name="labels">
    <vt:lpwstr/>
  </property>
  <property fmtid="{D5CDD505-2E9C-101B-9397-08002B2CF9AE}" pid="14" name="lang-vi">
    <vt:lpwstr>yes</vt:lpwstr>
  </property>
  <property fmtid="{D5CDD505-2E9C-101B-9397-08002B2CF9AE}" pid="15" name="subtitle">
    <vt:lpwstr>Khái niệm và Ứng dụng Dữ liệu cho Quản lý</vt:lpwstr>
  </property>
  <property fmtid="{D5CDD505-2E9C-101B-9397-08002B2CF9AE}" pid="16" name="title-slide-attributes">
    <vt:lpwstr/>
  </property>
  <property fmtid="{D5CDD505-2E9C-101B-9397-08002B2CF9AE}" pid="17" name="title-vi">
    <vt:lpwstr>Các khóa đào tạo phát triển năng lực dữ liệu của TOP</vt:lpwstr>
  </property>
  <property fmtid="{D5CDD505-2E9C-101B-9397-08002B2CF9AE}" pid="18" name="toc-title">
    <vt:lpwstr>Table of contents</vt:lpwstr>
  </property>
</Properties>
</file>