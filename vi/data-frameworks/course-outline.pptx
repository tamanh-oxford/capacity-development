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Bối cảnh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Bối cảnh toàn cầu về các công nghệ sẵn có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toàn cầu về nguồn nhân lực cho dữ liệu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thực hành tốt nhất cho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Hình mẫu quản lý cho việc xây dựng và triển khai thành công các cấu trúc và khung quản trị dữ liệu tại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2026-01-12T14:02:57Z</dcterms:created>
  <dcterms:modified xsi:type="dcterms:W3CDTF">2026-01-12T14:02:57Z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