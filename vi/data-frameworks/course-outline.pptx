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Giáo trình khóa học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Khái niệm và Ứng dụng Dữ liệu cho Quản lý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tổ chức và khung khổ quản trị dữ liệu</a:t>
            </a:r>
          </a:p>
          <a:p>
            <a:pPr lvl="0"/>
            <a:r>
              <a:rPr/>
              <a:t>Nghiên cứu trường hợp: Liên Hợp Quốc và những thách thức về công nghệ và dữ liệu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công nghệ có sẵn cho dữ liệu</a:t>
            </a:r>
          </a:p>
          <a:p>
            <a:pPr lvl="0"/>
            <a:r>
              <a:rPr/>
              <a:t>Hoạt động: Bối cảnh công nghệ cho dữ liệu tại Việt Nam</a:t>
            </a:r>
          </a:p>
          <a:p>
            <a:pPr lvl="0"/>
            <a:r>
              <a:rPr/>
              <a:t>Bối cảnh công nghệ dữ liệu tại Việt Nam</a:t>
            </a:r>
          </a:p>
          <a:p>
            <a:pPr lvl="0"/>
            <a:r>
              <a:rPr/>
              <a:t>Hoạt động: Bối cảnh nguồn nhân lực cho dữ liệu tại Việt 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Nguyên tắc hướng dẫn và các thực hành tốt nhất trong việc xây dựng năng lực dữ liệu</a:t>
            </a:r>
          </a:p>
          <a:p>
            <a:pPr lvl="0"/>
            <a:r>
              <a:rPr/>
              <a:t>Tài trợ cho quản trị dữ liệu</a:t>
            </a:r>
          </a:p>
          <a:p>
            <a:pPr lvl="0"/>
            <a:r>
              <a:rPr/>
              <a:t>Xây dựng và triển khai các cấu trúc và khung quản trị dữ liệu hiệu quả cho Việt 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Giáo trình khóa học</dc:title>
  <dc:creator>Ernest Guevarra</dc:creator>
  <cp:keywords/>
  <dcterms:created xsi:type="dcterms:W3CDTF">2026-01-12T18:57:26Z</dcterms:created>
  <dcterms:modified xsi:type="dcterms:W3CDTF">2026-01-12T18:57:26Z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Khái niệm và Ứng dụng Dữ liệu cho Quản lý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