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Quản lý Dữ liệu Nghiên cứu</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120900"/>
                <a:gridCol w="1930400"/>
                <a:gridCol w="21209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790700"/>
                <a:gridCol w="1625600"/>
                <a:gridCol w="1790700"/>
                <a:gridCol w="9779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619500"/>
                <a:gridCol w="3289300"/>
                <a:gridCol w="36195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457200" marL="457200">
              <a:buAutoNum type="arabicPeriod"/>
            </a:pPr>
            <a:r>
              <a:rPr/>
              <a:t>Mỗi biến tạo thành một cột.</a:t>
            </a:r>
          </a:p>
          <a:p>
            <a:pPr lvl="0" indent="-457200" marL="457200">
              <a:buAutoNum type="arabicPeriod"/>
            </a:pPr>
            <a:r>
              <a:rPr/>
              <a:t>Mỗi quan sát tạo thành một hàng.</a:t>
            </a:r>
          </a:p>
          <a:p>
            <a:pPr lvl="0" indent="-457200" marL="457200">
              <a:buAutoNum type="arabicPeriod"/>
            </a:pPr>
            <a:r>
              <a:rPr/>
              <a:t>Mỗi loại đơn vị quan sát tạo thành một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2026-01-14T08:09:36Z</dcterms:created>
  <dcterms:modified xsi:type="dcterms:W3CDTF">2026-01-14T08:09:36Z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