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7" Type="http://schemas.openxmlformats.org/officeDocument/2006/relationships/theme" Target="theme/theme1.xml" /><Relationship Id="rId3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5" Type="http://schemas.openxmlformats.org/officeDocument/2006/relationships/presProps" Target="presProps.xml" /><Relationship Id="rId39" Type="http://schemas.microsoft.com/office/2015/10/relationships/revisionInfo" Target="revisionInfo.xml" /><Relationship Id="rId3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816100"/>
            <a:ext cx="965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81300"/>
            <a:ext cx="10515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997200"/>
            <a:ext cx="105156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94000"/>
            <a:ext cx="105156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336800"/>
            <a:ext cx="10515600" cy="331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019300"/>
            <a:ext cx="10515600" cy="393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09800"/>
            <a:ext cx="61722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8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816100"/>
            <a:ext cx="645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94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540000"/>
            <a:ext cx="51816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22500"/>
            <a:ext cx="61722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2026-01-31T16:12:01Z</dcterms:created>
  <dcterms:modified xsi:type="dcterms:W3CDTF">2026-01-31T16:12:01Z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