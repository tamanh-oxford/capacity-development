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showSpecialPlsOnTitleSld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GB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9972"/>
    <p:restoredTop sz="94660"/>
  </p:normalViewPr>
  <p:slideViewPr>
    <p:cSldViewPr snapToGrid="0">
      <p:cViewPr varScale="1">
        <p:scale>
          <a:sx d="100" n="86"/>
          <a:sy d="100" n="86"/>
        </p:scale>
        <p:origin x="96" y="88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2" Type="http://schemas.openxmlformats.org/officeDocument/2006/relationships/theme" Target="theme/theme1.xml" /><Relationship Id="rId11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10" Type="http://schemas.openxmlformats.org/officeDocument/2006/relationships/presProps" Target="presProps.xml" /><Relationship Id="rId14" Type="http://schemas.microsoft.com/office/2015/10/relationships/revisionInfo" Target="revisionInfo.xml" /><Relationship Id="rId13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GB"/>
              <a:t>Click to edit Master title style</a:t>
            </a:r>
            <a:endParaRPr dirty="0" lang="en-GB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GB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5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Guiding principles on policymaking on national level data governance frameworks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Social contract for data</a:t>
            </a:r>
          </a:p>
        </p:txBody>
      </p:sp>
      <p:pic>
        <p:nvPicPr>
          <p:cNvPr descr="../images/social_contra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06800" y="1816100"/>
            <a:ext cx="49784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Theory of change: data for development</a:t>
            </a:r>
          </a:p>
        </p:txBody>
      </p:sp>
      <p:pic>
        <p:nvPicPr>
          <p:cNvPr descr="../images/theory_of_chan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78200" y="1816100"/>
            <a:ext cx="54356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governance layers</a:t>
            </a:r>
          </a:p>
        </p:txBody>
      </p:sp>
      <p:pic>
        <p:nvPicPr>
          <p:cNvPr descr="../images/data_governance_laye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75000" y="1816100"/>
            <a:ext cx="58293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Integrated national data system</a:t>
            </a:r>
          </a:p>
        </p:txBody>
      </p:sp>
      <p:pic>
        <p:nvPicPr>
          <p:cNvPr descr="../images/integrated_national_data_syste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38600" y="1816100"/>
            <a:ext cx="41148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flow</a:t>
            </a:r>
          </a:p>
        </p:txBody>
      </p:sp>
      <p:pic>
        <p:nvPicPr>
          <p:cNvPr descr="../images/data_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71900" y="1816100"/>
            <a:ext cx="46355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supply and demand</a:t>
            </a:r>
          </a:p>
        </p:txBody>
      </p:sp>
      <p:pic>
        <p:nvPicPr>
          <p:cNvPr descr="../images/data_supply_deman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56000" y="1816100"/>
            <a:ext cx="50800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policies</a:t>
            </a:r>
          </a:p>
        </p:txBody>
      </p:sp>
      <p:pic>
        <p:nvPicPr>
          <p:cNvPr descr="../images/data_poli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13100" y="1816100"/>
            <a:ext cx="57531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5</dc:title>
  <dc:creator>Ernest Guevarra</dc:creator>
  <cp:keywords/>
  <dcterms:created xsi:type="dcterms:W3CDTF">2026-01-31T12:46:56Z</dcterms:created>
  <dcterms:modified xsi:type="dcterms:W3CDTF">2026-01-31T12:46:56Z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-vi">
    <vt:lpwstr/>
  </property>
  <property fmtid="{D5CDD505-2E9C-101B-9397-08002B2CF9AE}" pid="4" name="authors">
    <vt:lpwstr/>
  </property>
  <property fmtid="{D5CDD505-2E9C-101B-9397-08002B2CF9AE}" pid="5" name="babelquarto">
    <vt:lpwstr/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description-vi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ang-en">
    <vt:lpwstr>true</vt:lpwstr>
  </property>
  <property fmtid="{D5CDD505-2E9C-101B-9397-08002B2CF9AE}" pid="15" name="subtitle">
    <vt:lpwstr>Guiding principles on policymaking on national level data governance frameworks</vt:lpwstr>
  </property>
  <property fmtid="{D5CDD505-2E9C-101B-9397-08002B2CF9AE}" pid="16" name="title-slide-attributes">
    <vt:lpwstr/>
  </property>
  <property fmtid="{D5CDD505-2E9C-101B-9397-08002B2CF9AE}" pid="17" name="title-vi">
    <vt:lpwstr>Các khóa đào tạo phát triển năng lực dữ liệu của TOP</vt:lpwstr>
  </property>
  <property fmtid="{D5CDD505-2E9C-101B-9397-08002B2CF9AE}" pid="18" name="toc-title">
    <vt:lpwstr>Table of contents</vt:lpwstr>
  </property>
</Properties>
</file>