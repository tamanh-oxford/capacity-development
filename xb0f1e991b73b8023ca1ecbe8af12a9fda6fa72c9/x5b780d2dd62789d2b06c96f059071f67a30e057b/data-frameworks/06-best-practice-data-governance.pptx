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3" Type="http://schemas.openxmlformats.org/officeDocument/2006/relationships/theme" Target="theme/theme1.xml" /><Relationship Id="rId12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1" Type="http://schemas.openxmlformats.org/officeDocument/2006/relationships/presProps" Target="presProps.xml" /><Relationship Id="rId15" Type="http://schemas.microsoft.com/office/2015/10/relationships/revisionInfo" Target="revisionInfo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Best practices in setting up and implementing data governance structures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 is about people, processes, and technology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 big picture but start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governance depends on aligning people, processes, and technology.</a:t>
            </a:r>
          </a:p>
          <a:p>
            <a:pPr lvl="0"/>
            <a:r>
              <a:rPr/>
              <a:t>Start by putting the right people in place, then design the supporting processes, and lastly introduce the necessary technology.</a:t>
            </a:r>
          </a:p>
          <a:p>
            <a:pPr lvl="0"/>
            <a:r>
              <a:rPr/>
              <a:t>Without the right individuals, effective processes and smooth technical implementation are difficult to achieve.</a:t>
            </a:r>
          </a:p>
          <a:p>
            <a:pPr lvl="0"/>
            <a:r>
              <a:rPr/>
              <a:t>Once the right team is identified or hired, they can develop strong processes and choose the appropriate technology to deliver a successful solution.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strong business case should clearly show the organisational benefits of improved data quality, such as increased revenue, better customer experiences, and greater efficiency.</a:t>
            </a:r>
          </a:p>
          <a:p>
            <a:pPr lvl="0"/>
            <a:r>
              <a:rPr/>
              <a:t>Everyone involved needs to understand both the effort required and the long-term value the initiative will bring.</a:t>
            </a:r>
          </a:p>
          <a:p>
            <a:pPr lvl="0"/>
            <a:r>
              <a:rPr/>
              <a:t>Although leaders may acknowledge the problems caused by poor data quality and weak data management, governance efforts can still fail if they are not fully committed to driving meaningful change.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Foster a data-driven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foster a data-driven culture, help your team understand why data is important.</a:t>
            </a:r>
          </a:p>
          <a:p>
            <a:pPr lvl="0"/>
            <a:r>
              <a:rPr/>
              <a:t>Provide training and tools that show the benefits of well-managed, high-quality data.</a:t>
            </a:r>
          </a:p>
          <a:p>
            <a:pPr lvl="0"/>
            <a:r>
              <a:rPr/>
              <a:t>Strong leadership is essential to make this shift meaningful.</a:t>
            </a:r>
          </a:p>
          <a:p>
            <a:pPr lvl="0"/>
            <a:r>
              <a:rPr/>
              <a:t>A good leader communicates clearly and consistently about how data supports business goals.</a:t>
            </a:r>
          </a:p>
          <a:p>
            <a:pPr lvl="0"/>
            <a:r>
              <a:rPr/>
              <a:t>Make data part of everyday conversations so that it becomes a natural element of decision-making across the organisation.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Establish clear objectives and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cannot achieve a goal if you are unable to measure it.</a:t>
            </a:r>
          </a:p>
          <a:p>
            <a:pPr lvl="0"/>
            <a:r>
              <a:rPr/>
              <a:t>Before making changes, establish a baseline so you can compare results afterward.</a:t>
            </a:r>
          </a:p>
          <a:p>
            <a:pPr lvl="0"/>
            <a:r>
              <a:rPr/>
              <a:t>Collect initial measurements early and track progress consistently throughout the process.</a:t>
            </a:r>
          </a:p>
          <a:p>
            <a:pPr lvl="0"/>
            <a:r>
              <a:rPr/>
              <a:t>Metrics should show how things improve over time and act as checkpoints to ensure the processes remain practical and effective.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Communicate early and often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Consistent, clear updates help demonstrate impact, celebrate successes, and openly address setbacks.</a:t>
            </a:r>
          </a:p>
          <a:p>
            <a:pPr lvl="0"/>
            <a:r>
              <a:rPr/>
              <a:t>Maintain a current list of stakeholders who need to stay informed.</a:t>
            </a:r>
          </a:p>
          <a:p>
            <a:pPr lvl="0"/>
            <a:r>
              <a:rPr/>
              <a:t>Ensure communications are easy to access and simple to understand.</a:t>
            </a:r>
          </a:p>
          <a:p>
            <a:pPr lvl="0"/>
            <a:r>
              <a:rPr/>
              <a:t>This keeps the right people aware of what matters, prevents surprises, and helps share progress across the organisation.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is a marathon not a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Position data governance as a long-term investment rather than a short-term initiative.</a:t>
            </a:r>
          </a:p>
          <a:p>
            <a:pPr lvl="0"/>
            <a:r>
              <a:rPr/>
              <a:t>While projects have clear start and end dates and may generate excitement, data governance is ongoing, iterative, and made up of many smaller efforts.</a:t>
            </a:r>
          </a:p>
          <a:p>
            <a:pPr lvl="0"/>
            <a:r>
              <a:rPr/>
              <a:t>Begin with small pilot projects, learn from them, and use those insights to guide larger, more comprehensive work.</a:t>
            </a:r>
          </a:p>
          <a:p>
            <a:pPr lvl="0"/>
            <a:r>
              <a:rPr/>
              <a:t>Incorporating smaller projects into a long-term strategy helps embed deeper, lasting organisational change.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Assign clear roles and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Clearly defined roles are essential for an effective governance programme.</a:t>
            </a:r>
          </a:p>
          <a:p>
            <a:pPr lvl="0"/>
            <a:r>
              <a:rPr/>
              <a:t>Assigning ownership and responsibility across the organisation ensures accountability.</a:t>
            </a:r>
          </a:p>
          <a:p>
            <a:pPr lvl="0"/>
            <a:r>
              <a:rPr/>
              <a:t>Knowing who has authority helps embed the data governance programme and promotes organisation-wide understanding.</a:t>
            </a:r>
          </a:p>
          <a:p>
            <a:pPr lvl="0"/>
            <a:r>
              <a:rPr/>
              <a:t>This creates a strong structure for tackling data initiatives collectively as one cohesive team.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</dc:title>
  <dc:creator>Ernest Guevarra</dc:creator>
  <cp:keywords/>
  <dcterms:created xsi:type="dcterms:W3CDTF">2026-01-31T16:12:02Z</dcterms:created>
  <dcterms:modified xsi:type="dcterms:W3CDTF">2026-01-31T16:12:02Z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Best practices in setting up and implementing data governance structures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