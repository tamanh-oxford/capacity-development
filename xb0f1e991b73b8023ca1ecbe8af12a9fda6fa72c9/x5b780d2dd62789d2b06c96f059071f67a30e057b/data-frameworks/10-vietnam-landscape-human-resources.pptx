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notesMaster" Target="notesMasters/notesMaster1.xml" /><Relationship Id="rId10" Type="http://schemas.openxmlformats.org/officeDocument/2006/relationships/theme" Target="theme/theme1.xml" /><Relationship Id="rId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8" Type="http://schemas.openxmlformats.org/officeDocument/2006/relationships/presProps" Target="presProps.xml" /><Relationship Id="rId12" Type="http://schemas.microsoft.com/office/2015/10/relationships/revisionInfo" Target="revisionInfo.xml" /><Relationship Id="rId11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Write down the roles/positions on a metacard or sticky note.</a:t>
            </a:r>
          </a:p>
          <a:p>
            <a:pPr lvl="0" indent="0" marL="0">
              <a:buNone/>
            </a:pPr>
          </a:p>
          <a:p>
            <a:pPr lvl="0"/>
            <a:r>
              <a:rPr/>
              <a:t>Be as specific as possible.</a:t>
            </a:r>
          </a:p>
          <a:p>
            <a:pPr lvl="0" indent="0" marL="0">
              <a:buNone/>
            </a:pPr>
          </a:p>
          <a:p>
            <a:pPr lvl="0"/>
            <a:r>
              <a:rPr/>
              <a:t>Ideally, write down the exact name of the role/position.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If one role/position in your team performs different data roles/responsibilities, write new metacards or sticky notes for that role/position to put under the respective data roles/responsibilities.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10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landscape of human resources for data in Vietnam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down the different roles/positions within your team (including your role).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the metacards or sticky notes that you have made, post them on the board or wall and put them under the appropriate data role/responsibility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10</dc:title>
  <dc:creator>Ernest Guevarra</dc:creator>
  <cp:keywords/>
  <dcterms:created xsi:type="dcterms:W3CDTF">2026-01-31T12:47:00Z</dcterms:created>
  <dcterms:modified xsi:type="dcterms:W3CDTF">2026-01-31T12:47:00Z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The landscape of human resources for data in Vietnam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