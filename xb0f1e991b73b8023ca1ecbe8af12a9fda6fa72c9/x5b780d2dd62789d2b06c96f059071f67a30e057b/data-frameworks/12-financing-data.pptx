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3" Type="http://schemas.openxmlformats.org/officeDocument/2006/relationships/theme" Target="theme/theme1.xml" /><Relationship Id="rId22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21" Type="http://schemas.openxmlformats.org/officeDocument/2006/relationships/presProps" Target="presProps.xml" /><Relationship Id="rId25" Type="http://schemas.microsoft.com/office/2015/10/relationships/revisionInfo" Target="revisionInfo.xml" /><Relationship Id="rId24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72200" y="2159000"/>
            <a:ext cx="51816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1905000"/>
            <a:ext cx="105156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79500" y="1816100"/>
            <a:ext cx="100457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>Ernest Guevarra</dc:creator>
  <cp:keywords/>
  <dcterms:created xsi:type="dcterms:W3CDTF">2026-01-31T11:38:19Z</dcterms:created>
  <dcterms:modified xsi:type="dcterms:W3CDTF">2026-01-31T11:38:19Z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Financing data governance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