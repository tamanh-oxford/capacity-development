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3" Type="http://schemas.openxmlformats.org/officeDocument/2006/relationships/theme" Target="theme/theme1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1" Type="http://schemas.openxmlformats.org/officeDocument/2006/relationships/presProps" Target="presProps.xml" /><Relationship Id="rId25" Type="http://schemas.microsoft.com/office/2015/10/relationships/revisionInfo" Target="revisionInfo.xml" /><Relationship Id="rId2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159000"/>
            <a:ext cx="51816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05000"/>
            <a:ext cx="105156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79500" y="1816100"/>
            <a:ext cx="10045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2026-01-31T16:12:06Z</dcterms:created>
  <dcterms:modified xsi:type="dcterms:W3CDTF">2026-01-31T16:12:06Z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