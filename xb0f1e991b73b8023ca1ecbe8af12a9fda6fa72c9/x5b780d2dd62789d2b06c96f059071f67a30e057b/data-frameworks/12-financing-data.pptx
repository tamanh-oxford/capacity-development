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3" Type="http://schemas.openxmlformats.org/officeDocument/2006/relationships/theme" Target="theme/theme1.xml" /><Relationship Id="rId22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1" Type="http://schemas.openxmlformats.org/officeDocument/2006/relationships/presProps" Target="presProps.xml" /><Relationship Id="rId25" Type="http://schemas.microsoft.com/office/2015/10/relationships/revisionInfo" Target="revisionInfo.xml" /><Relationship Id="rId2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12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Financing data governance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Costs of data governance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Technology infrastructure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governance platforms: $50,000-$500,000+ annually</a:t>
            </a:r>
          </a:p>
          <a:p>
            <a:pPr lvl="0"/>
            <a:r>
              <a:rPr/>
              <a:t>Metadata management tools: $40,000-$300,000 annually</a:t>
            </a:r>
          </a:p>
          <a:p>
            <a:pPr lvl="0"/>
            <a:r>
              <a:rPr/>
              <a:t>Data quality and profiling tools: $30,000-$250,000 annually</a:t>
            </a:r>
          </a:p>
          <a:p>
            <a:pPr lvl="0"/>
            <a:r>
              <a:rPr/>
              <a:t>Data catalog solutions: $50,000-$400,000 annually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Human resource expenses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Chief Data Officer salary: $175,000-$350,000+</a:t>
            </a:r>
          </a:p>
          <a:p>
            <a:pPr lvl="0"/>
            <a:r>
              <a:rPr/>
              <a:t>Data governance managers: $120,000-$180,000</a:t>
            </a:r>
          </a:p>
          <a:p>
            <a:pPr lvl="0"/>
            <a:r>
              <a:rPr/>
              <a:t>Data stewards: $85,000-$130,000 per resource</a:t>
            </a:r>
          </a:p>
          <a:p>
            <a:pPr lvl="0"/>
            <a:r>
              <a:rPr/>
              <a:t>Compliance specialists: $90,000-$150,000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and consulting fees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Initial implementation consulting: $100,000-$500,000+</a:t>
            </a:r>
          </a:p>
          <a:p>
            <a:pPr lvl="0"/>
            <a:r>
              <a:rPr/>
              <a:t>Strategy development: $50,000-$200,000</a:t>
            </a:r>
          </a:p>
          <a:p>
            <a:pPr lvl="0"/>
            <a:r>
              <a:rPr/>
              <a:t>Program design: $75,000-$250,000</a:t>
            </a:r>
          </a:p>
          <a:p>
            <a:pPr lvl="0"/>
            <a:r>
              <a:rPr/>
              <a:t>Training and change management: $30,000-$150,000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Compliance-driven governance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Sector/industry-specific: healthcare regulations compliance; financial services compliance</a:t>
            </a:r>
          </a:p>
          <a:p>
            <a:pPr lvl="0"/>
            <a:r>
              <a:rPr/>
              <a:t>General compliance requirements</a:t>
            </a:r>
          </a:p>
          <a:p>
            <a:pPr lvl="1"/>
            <a:r>
              <a:rPr/>
              <a:t>for example, GDPR compliance costs average $1.4 million for mid-sized enterprises</a:t>
            </a:r>
          </a:p>
          <a:p>
            <a:pPr lvl="1"/>
            <a:r>
              <a:rPr/>
              <a:t>Ongoing maintenance and updates add 30-40% annually to initial costs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Optimising data governance investment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Prioritise governance capabilities based on risk and compliance requirements</a:t>
            </a:r>
          </a:p>
          <a:p>
            <a:pPr lvl="0"/>
            <a:r>
              <a:rPr/>
              <a:t>Start with high-risk data domains and expand systematically.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Cloud-Based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Cloud-based data governance platforms often provide lower initial costs and more predictable pricing models than on-premises alternatives.</a:t>
            </a:r>
          </a:p>
          <a:p>
            <a:pPr lvl="0"/>
            <a:r>
              <a:rPr/>
              <a:t>Organisations can reduce total cost of ownership by 30-45% over five years through cloud-based governance solutions.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Integrated Governance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Develop a unified approach addressing multiple compliance requirements simultaneously rather than creating siloed compliance programs.</a:t>
            </a:r>
          </a:p>
          <a:p>
            <a:pPr lvl="0"/>
            <a:r>
              <a:rPr/>
              <a:t>This can reduce duplicative controls by 25-40%.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Automation and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Emerging AI-driven governance tools can reduce manual effort for data classification, monitoring, and remediation.</a:t>
            </a:r>
          </a:p>
          <a:p>
            <a:pPr lvl="0"/>
            <a:r>
              <a:rPr/>
              <a:t>Automation can lower ongoing governance costs by 20-35%.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Funding data governance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data to improve free cash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Where does data cause cash flow pain?</a:t>
            </a:r>
          </a:p>
          <a:p>
            <a:pPr lvl="0"/>
            <a:r>
              <a:rPr/>
              <a:t>Manual vs automated systems for repeated processes</a:t>
            </a:r>
          </a:p>
          <a:p>
            <a:pPr lvl="0"/>
            <a:r>
              <a:rPr/>
              <a:t>Show how improved governance can increase efficiency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Increase revenues with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Assess value of your data and leverage this value</a:t>
            </a:r>
          </a:p>
          <a:p>
            <a:pPr lvl="0"/>
            <a:r>
              <a:rPr/>
              <a:t>Increase customer satisfaction with data</a:t>
            </a:r>
          </a:p>
        </p:txBody>
      </p:sp>
      <p:pic>
        <p:nvPicPr>
          <p:cNvPr descr="../images/fin_costs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2159000"/>
            <a:ext cx="5181600" cy="365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Cutting costs with data</a:t>
            </a:r>
          </a:p>
        </p:txBody>
      </p:sp>
      <p:pic>
        <p:nvPicPr>
          <p:cNvPr descr="../images/fin_costs_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905000"/>
            <a:ext cx="10515600" cy="416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About 530,000 days of managers’ time wasted by poor quality and undocumented data (equivalent to some $250 million in wages annually)</a:t>
            </a:r>
          </a:p>
          <a:p>
            <a:pPr lvl="0"/>
            <a:r>
              <a:rPr/>
              <a:t>By just simply documenting your metadata can reduce data-related expenses by up to 97%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Reducing risk with data</a:t>
            </a:r>
          </a:p>
        </p:txBody>
      </p:sp>
      <p:pic>
        <p:nvPicPr>
          <p:cNvPr descr="../images/fin_costs_0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79500" y="1816100"/>
            <a:ext cx="100457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Regulatory risk (GDPR fines, for example)</a:t>
            </a:r>
          </a:p>
          <a:p>
            <a:pPr lvl="0"/>
            <a:r>
              <a:rPr/>
              <a:t>Cybersecurity risk (both costs of the response and erosion of customer trust)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Generating financial resources for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data valuations to pinpoint parts of the business where data can increase revenue, unlock cash flow, or reduce costs and risk.</a:t>
            </a:r>
          </a:p>
          <a:p>
            <a:pPr lvl="0"/>
            <a:r>
              <a:rPr/>
              <a:t>This gives you a concrete basis for discussions with leadership about investing in data improvements.</a:t>
            </a:r>
          </a:p>
          <a:p>
            <a:pPr lvl="0"/>
            <a:r>
              <a:rPr/>
              <a:t>Instead of requesting budget without evidence, you approach the CFO with solid, data-driven justification.</a:t>
            </a:r>
          </a:p>
          <a:p>
            <a:pPr lvl="0"/>
            <a:r>
              <a:rPr/>
              <a:t>Securing funding for data governance becomes much easier when the financial benefits are clearly understood.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12</dc:title>
  <dc:creator>Ernest Guevarra</dc:creator>
  <cp:keywords/>
  <dcterms:created xsi:type="dcterms:W3CDTF">2026-01-31T12:47:01Z</dcterms:created>
  <dcterms:modified xsi:type="dcterms:W3CDTF">2026-01-31T12:47:01Z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Financing data governance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