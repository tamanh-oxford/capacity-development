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8" Type="http://schemas.openxmlformats.org/officeDocument/2006/relationships/theme" Target="theme/theme1.xml" /><Relationship Id="rId7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presProps" Target="presProps.xml" /><Relationship Id="rId10" Type="http://schemas.microsoft.com/office/2015/10/relationships/revisionInfo" Target="revisionInfo.xml" /><Relationship Id="rId9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Course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Concepts and Applications for Managers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Global landscape of data governance institutions and frameworks</a:t>
            </a:r>
          </a:p>
          <a:p>
            <a:pPr lvl="0"/>
            <a:r>
              <a:rPr/>
              <a:t>Case study: The United Nations and its technological and data challenges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Global landscape of available technologies for data</a:t>
            </a:r>
          </a:p>
          <a:p>
            <a:pPr lvl="0"/>
            <a:r>
              <a:rPr/>
              <a:t>Activity: The landscape of technologies for data in Vietnam</a:t>
            </a:r>
          </a:p>
          <a:p>
            <a:pPr lvl="0"/>
            <a:r>
              <a:rPr/>
              <a:t>Global landscape of human resources for data</a:t>
            </a:r>
          </a:p>
          <a:p>
            <a:pPr lvl="0"/>
            <a:r>
              <a:rPr/>
              <a:t>Activity: The landscape of human resources for data in Vietnam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Guiding principles and best practices for data capacity building</a:t>
            </a:r>
          </a:p>
          <a:p>
            <a:pPr lvl="0"/>
            <a:r>
              <a:rPr/>
              <a:t>Financing data governance</a:t>
            </a:r>
          </a:p>
          <a:p>
            <a:pPr lvl="0"/>
            <a:r>
              <a:rPr/>
              <a:t>Manager personas for successful building and implementation of data governance structures and frameworks for Vietnam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Outline</dc:title>
  <dc:creator>Ernest Guevarra</dc:creator>
  <cp:keywords/>
  <dcterms:created xsi:type="dcterms:W3CDTF">2026-01-31T11:38:21Z</dcterms:created>
  <dcterms:modified xsi:type="dcterms:W3CDTF">2026-01-31T11:38:21Z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Data Concepts and Applications for Managers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