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2" Type="http://schemas.openxmlformats.org/officeDocument/2006/relationships/theme" Target="theme/theme1.xml" /><Relationship Id="rId1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4" Type="http://schemas.microsoft.com/office/2015/10/relationships/revisionInfo" Target="revisionInfo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Buổi 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Nguyên tắc hướng dẫn về xây dựng chính sách khung quản trị dữ liệu cấp quốc gia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Hợp đồng xã hội về dữ liệu</a:t>
            </a:r>
          </a:p>
        </p:txBody>
      </p:sp>
      <p:pic>
        <p:nvPicPr>
          <p:cNvPr descr="../images/social_con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816100"/>
            <a:ext cx="4978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Lý thuyết về sự thay đổi: Dữ liệu cho phát triển</a:t>
            </a:r>
          </a:p>
        </p:txBody>
      </p:sp>
      <p:pic>
        <p:nvPicPr>
          <p:cNvPr descr="../images/theory_of_chan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78200" y="1816100"/>
            <a:ext cx="5435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tầng quản trị dữ liệu</a:t>
            </a:r>
          </a:p>
        </p:txBody>
      </p:sp>
      <p:pic>
        <p:nvPicPr>
          <p:cNvPr descr="../images/data_governance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0" y="1816100"/>
            <a:ext cx="5829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dữ liệu quốc gia tích hợp</a:t>
            </a:r>
          </a:p>
        </p:txBody>
      </p:sp>
      <p:pic>
        <p:nvPicPr>
          <p:cNvPr descr="../images/integrated_national_data_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38600" y="1816100"/>
            <a:ext cx="4114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Dòng chảy dữ liệu</a:t>
            </a:r>
          </a:p>
        </p:txBody>
      </p:sp>
      <p:pic>
        <p:nvPicPr>
          <p:cNvPr descr="../images/data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71900" y="1816100"/>
            <a:ext cx="46355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Cung cầu dữ liệu</a:t>
            </a:r>
          </a:p>
        </p:txBody>
      </p:sp>
      <p:pic>
        <p:nvPicPr>
          <p:cNvPr descr="../images/data_supply_dem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0" y="1816100"/>
            <a:ext cx="5080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Chính sách dữ liệu</a:t>
            </a:r>
          </a:p>
        </p:txBody>
      </p:sp>
      <p:pic>
        <p:nvPicPr>
          <p:cNvPr descr="../images/data_poli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13100" y="1816100"/>
            <a:ext cx="5753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5</dc:title>
  <dc:creator>Ernest Guevarra</dc:creator>
  <cp:keywords/>
  <dcterms:created xsi:type="dcterms:W3CDTF">2026-01-31T16:12:19Z</dcterms:created>
  <dcterms:modified xsi:type="dcterms:W3CDTF">2026-01-31T16:12:19Z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Nguyên tắc hướng dẫn về xây dựng chính sách khung quản trị dữ liệu cấp quốc gia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