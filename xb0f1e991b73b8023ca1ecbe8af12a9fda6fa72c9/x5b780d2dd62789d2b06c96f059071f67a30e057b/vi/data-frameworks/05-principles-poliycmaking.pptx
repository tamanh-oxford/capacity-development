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2" Type="http://schemas.openxmlformats.org/officeDocument/2006/relationships/theme" Target="theme/theme1.xml" /><Relationship Id="rId1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0" Type="http://schemas.openxmlformats.org/officeDocument/2006/relationships/presProps" Target="presProps.xml" /><Relationship Id="rId14" Type="http://schemas.microsoft.com/office/2015/10/relationships/revisionInfo" Target="revisionInfo.xml" /><Relationship Id="rId13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Nguyên tắc hướng dẫn về xây dựng chính sách khung quản trị dữ liệu cấp quốc gia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Hợp đồng xã hội về dữ liệu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1816100"/>
            <a:ext cx="4978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Lý thuyết về sự thay đổi: Dữ liệu cho phát triển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78200" y="1816100"/>
            <a:ext cx="5435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tầng quản trị dữ liệu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75000" y="1816100"/>
            <a:ext cx="5829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dữ liệu quốc gia tích hợp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38600" y="1816100"/>
            <a:ext cx="41148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Dòng chảy dữ liệu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71900" y="1816100"/>
            <a:ext cx="46355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Cung cầu dữ liệu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0" y="1816100"/>
            <a:ext cx="5080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Chính sách dữ liệu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13100" y="1816100"/>
            <a:ext cx="5753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5</dc:title>
  <dc:creator>Ernest Guevarra</dc:creator>
  <cp:keywords/>
  <dcterms:created xsi:type="dcterms:W3CDTF">2026-01-31T11:38:33Z</dcterms:created>
  <dcterms:modified xsi:type="dcterms:W3CDTF">2026-01-31T11:38:33Z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Nguyên tắc hướng dẫn về xây dựng chính sách khung quản trị dữ liệu cấp quốc gia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