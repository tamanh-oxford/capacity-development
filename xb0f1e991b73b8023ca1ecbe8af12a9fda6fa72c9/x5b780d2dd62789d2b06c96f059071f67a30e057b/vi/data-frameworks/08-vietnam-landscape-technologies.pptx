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showSpecialPlsOnTitleSld="0">
  <p:sldMasterIdLst>
    <p:sldMasterId id="2147483660"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9972"/>
    <p:restoredTop sz="94660"/>
  </p:normalViewPr>
  <p:slideViewPr>
    <p:cSldViewPr snapToGrid="0">
      <p:cViewPr varScale="1">
        <p:scale>
          <a:sx d="100" n="86"/>
          <a:sy d="100" n="86"/>
        </p:scale>
        <p:origin x="96" y="888"/>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notesMaster" Target="notesMasters/notesMaster1.xml" /><Relationship Id="rId10" Type="http://schemas.openxmlformats.org/officeDocument/2006/relationships/theme" Target="theme/theme1.xml" /><Relationship Id="rId9" Type="http://schemas.openxmlformats.org/officeDocument/2006/relationships/viewProps" Target="viewProps.xml" /><Relationship Id="rId1" Type="http://schemas.openxmlformats.org/officeDocument/2006/relationships/slideMaster" Target="slideMasters/slideMaster1.xml" /><Relationship Id="rId8" Type="http://schemas.openxmlformats.org/officeDocument/2006/relationships/presProps" Target="presProps.xml" /><Relationship Id="rId12" Type="http://schemas.microsoft.com/office/2015/10/relationships/revisionInfo" Target="revisionInfo.xml" /><Relationship Id="rId11"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Ghi lại tên trên thẻ ghi chú hoặc giấy note.</a:t>
            </a:r>
          </a:p>
          <a:p>
            <a:pPr lvl="0" indent="0" marL="0">
              <a:buNone/>
            </a:pPr>
          </a:p>
          <a:p>
            <a:pPr lvl="0"/>
            <a:r>
              <a:rPr/>
              <a:t>Hãy cụ thể nhất có thể.</a:t>
            </a:r>
          </a:p>
          <a:p>
            <a:pPr lvl="0" indent="0" marL="0">
              <a:buNone/>
            </a:pPr>
          </a:p>
          <a:p>
            <a:pPr lvl="0"/>
            <a:r>
              <a:rPr/>
              <a:t>Tốt nhất, hãy ghi chính xác tên/thương hiệu của sản phẩm/công cụ/ứng dụng/phần mềm.</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Nếu một sản phẩm/công cụ/ứng dụng/phần mềm được sử dụng cho nhiều danh mục, hãy ghi thêm thẻ metacard hoặc giấy ghi chú cho sản phẩm/công cụ/ứng dụng/phần mềm đó để đặt dưới các danh mục tương ứng.</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13/01/2026</a:t>
            </a:fld>
            <a:endParaRPr lang="en-GB"/>
          </a:p>
        </p:txBody>
      </p:sp>
      <p:sp>
        <p:nvSpPr>
          <p:cNvPr id="8" name="Footer Placeholder 7"/>
          <p:cNvSpPr>
            <a:spLocks noGrp="1"/>
          </p:cNvSpPr>
          <p:nvPr>
            <p:ph type="ftr" sz="quarter" idx="11"/>
          </p:nvPr>
        </p:nvSpPr>
        <p:spPr/>
        <p:txBody>
          <a:bodyPr/>
          <a:lstStyle/>
          <a:p>
            <a:r>
              <a:rPr lang="en-GB"/>
              <a:t>Tâm Anh Oxford Partnership</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13/01/2026</a:t>
            </a:fld>
            <a:endParaRPr lang="en-GB"/>
          </a:p>
        </p:txBody>
      </p:sp>
      <p:sp>
        <p:nvSpPr>
          <p:cNvPr id="4" name="Footer Placeholder 3"/>
          <p:cNvSpPr>
            <a:spLocks noGrp="1"/>
          </p:cNvSpPr>
          <p:nvPr>
            <p:ph type="ftr" sz="quarter" idx="11"/>
          </p:nvPr>
        </p:nvSpPr>
        <p:spPr/>
        <p:txBody>
          <a:bodyPr/>
          <a:lstStyle/>
          <a:p>
            <a:r>
              <a:rPr lang="en-GB"/>
              <a:t>Tâm Anh Oxford Partnership</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13/01/2026</a:t>
            </a:fld>
            <a:endParaRPr lang="en-GB"/>
          </a:p>
        </p:txBody>
      </p:sp>
      <p:sp>
        <p:nvSpPr>
          <p:cNvPr id="3" name="Footer Placeholder 2"/>
          <p:cNvSpPr>
            <a:spLocks noGrp="1"/>
          </p:cNvSpPr>
          <p:nvPr>
            <p:ph type="ftr" sz="quarter" idx="11"/>
          </p:nvPr>
        </p:nvSpPr>
        <p:spPr/>
        <p:txBody>
          <a:bodyPr/>
          <a:lstStyle/>
          <a:p>
            <a:r>
              <a:rPr lang="en-GB"/>
              <a:t>Tâm Anh Oxford Partnership</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GB"/>
              <a:t>Click to edit Master title style</a:t>
            </a:r>
            <a:endParaRPr dirty="0" lang="en-GB"/>
          </a:p>
        </p:txBody>
      </p:sp>
      <p:sp>
        <p:nvSpPr>
          <p:cNvPr id="3" name="Text Placeholder 2"/>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lang="en-GB"/>
          </a:p>
        </p:txBody>
      </p:sp>
      <p:sp>
        <p:nvSpPr>
          <p:cNvPr id="4" name="Date Placeholder 3"/>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846CE7D5-CF57-46EF-B807-FDD0502418D4}" type="datetimeFigureOut">
              <a:rPr lang="en-GB" smtClean="0"/>
              <a:t>13/01/2026</a:t>
            </a:fld>
            <a:endParaRPr lang="en-GB"/>
          </a:p>
        </p:txBody>
      </p:sp>
      <p:sp>
        <p:nvSpPr>
          <p:cNvPr id="5" name="Footer Placeholder 4"/>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r>
              <a:rPr lang="en-GB"/>
              <a:t>Tâm Anh Oxford Partnership</a:t>
            </a:r>
          </a:p>
        </p:txBody>
      </p:sp>
      <p:sp>
        <p:nvSpPr>
          <p:cNvPr id="6" name="Slide Number Placeholder 5"/>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accent1="accent1" accent2="accent2" accent3="accent3" accent4="accent4" accent5="accent5" accent6="accent6" bg1="lt1" bg2="lt2" folHlink="folHlink" hlink="hlink" tx1="dk1" tx2="dk2"/>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hdr="0"/>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lvl="0" indent="0" marL="0">
              <a:buNone/>
            </a:pPr>
            <a:r>
              <a:rPr/>
              <a:t>Buổi 8</a:t>
            </a:r>
          </a:p>
        </p:txBody>
      </p:sp>
      <p:sp>
        <p:nvSpPr>
          <p:cNvPr id="3" name="Subtitle 2"/>
          <p:cNvSpPr>
            <a:spLocks noGrp="1"/>
          </p:cNvSpPr>
          <p:nvPr>
            <p:ph idx="1" type="subTitle"/>
          </p:nvPr>
        </p:nvSpPr>
        <p:spPr>
          <a:xfrm>
            <a:off x="1524000" y="3602038"/>
            <a:ext cx="9144000" cy="1655762"/>
          </a:xfrm>
        </p:spPr>
        <p:txBody>
          <a:bodyPr/>
          <a:lstStyle/>
          <a:p>
            <a:pPr lvl="0" indent="0" marL="0">
              <a:buNone/>
            </a:pPr>
            <a:r>
              <a:rPr/>
              <a:t>Bối cảnh công nghệ dữ liệu tại Việt Nam</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lvl="0" indent="0" marL="0">
              <a:buNone/>
            </a:pPr>
            <a:r>
              <a:rPr/>
              <a:t>Hoạt động 1</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Ghi lại tên của các công cụ/ứng dụng/phần mềm dữ liệu khác nhau mà bạn và nhóm của bạn sử dụng hàng ngày</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lvl="0" indent="0" marL="0">
              <a:buNone/>
            </a:pPr>
            <a:r>
              <a:rPr/>
              <a:t>Hoạt động 2</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Với các thẻ ghi chú hoặc giấy ghi chú dán mà bạn đã tạo, hãy dán chúng lên bảng hoặc tường và xếp chúng vào danh mục công nghệ tương ứng.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8</dc:title>
  <dc:creator>Ernest Guevarra</dc:creator>
  <cp:keywords/>
  <dcterms:created xsi:type="dcterms:W3CDTF">2026-01-31T12:47:18Z</dcterms:created>
  <dcterms:modified xsi:type="dcterms:W3CDTF">2026-01-31T12:47:18Z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Bối cảnh công nghệ dữ liệu tại Việt Nam</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