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8" Type="http://schemas.openxmlformats.org/officeDocument/2006/relationships/theme" Target="theme/theme1.xml" /><Relationship Id="rId17" Type="http://schemas.openxmlformats.org/officeDocument/2006/relationships/viewProps" Target="viewProps.xml" /><Relationship Id="rId1" Type="http://schemas.openxmlformats.org/officeDocument/2006/relationships/slideMaster" Target="slideMasters/slideMaster1.xml" /><Relationship Id="rId16" Type="http://schemas.openxmlformats.org/officeDocument/2006/relationships/presProps" Target="presProps.xml" /><Relationship Id="rId20" Type="http://schemas.microsoft.com/office/2015/10/relationships/revisionInfo" Target="revisionInfo.xml" /><Relationship Id="rId1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9</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1295400" y="1816100"/>
            <a:ext cx="9601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1282700" y="1816100"/>
            <a:ext cx="9626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2026-01-31T16:12:22Z</dcterms:created>
  <dcterms:modified xsi:type="dcterms:W3CDTF">2026-01-31T16:12:22Z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