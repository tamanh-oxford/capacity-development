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GB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9972"/>
    <p:restoredTop sz="94660"/>
  </p:normalViewPr>
  <p:slideViewPr>
    <p:cSldViewPr snapToGrid="0">
      <p:cViewPr varScale="1">
        <p:scale>
          <a:sx d="100" n="86"/>
          <a:sy d="100" n="86"/>
        </p:scale>
        <p:origin x="96" y="88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notesMaster" Target="notesMasters/notesMaster1.xml" /><Relationship Id="rId10" Type="http://schemas.openxmlformats.org/officeDocument/2006/relationships/theme" Target="theme/theme1.xml" /><Relationship Id="rId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8" Type="http://schemas.openxmlformats.org/officeDocument/2006/relationships/presProps" Target="presProps.xml" /><Relationship Id="rId12" Type="http://schemas.microsoft.com/office/2015/10/relationships/revisionInfo" Target="revisionInfo.xml" /><Relationship Id="rId11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Ghi lại các vai trò/vị trí trên một thẻ ghi chú hoặc giấy dán.</a:t>
            </a:r>
          </a:p>
          <a:p>
            <a:pPr lvl="0" indent="0" marL="0">
              <a:buNone/>
            </a:pPr>
          </a:p>
          <a:p>
            <a:pPr lvl="0"/>
            <a:r>
              <a:rPr/>
              <a:t>Hãy cụ thể nhất có thể.</a:t>
            </a:r>
          </a:p>
          <a:p>
            <a:pPr lvl="0" indent="0" marL="0">
              <a:buNone/>
            </a:pPr>
          </a:p>
          <a:p>
            <a:pPr lvl="0"/>
            <a:r>
              <a:rPr/>
              <a:t>Tốt nhất, hãy ghi chính xác tên của vai trò/vị trí.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Nếu một vai trò/chức vụ trong nhóm của bạn đảm nhận nhiều vai trò/trách nhiệm dữ liệu khác nhau, hãy ghi thêm thẻ metacard hoặc giấy note dán cho vai trò/chức vụ đó và đặt chúng dưới các vai trò/trách nhiệm dữ liệu tương ứng.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GB"/>
              <a:t>Click to edit Master title style</a:t>
            </a:r>
            <a:endParaRPr dirty="0" lang="en-GB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 lang="en-GB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Buổi 10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Bối cảnh nguồn nhân lực cho lĩnh vực dữ liệu tại Việt Nam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Hoạt động 1: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Ghi lại các vai trò/chức vụ khác nhau trong nhóm của bạn (bao gồm cả vai trò của bạn).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Hoạt động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Với các thẻ metacard hoặc giấy note dán mà bạn đã tạo, hãy dán chúng lên bảng hoặc tường và đặt chúng dưới các vai trò/trách nhiệm dữ liệu tương ứng.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en-GB"/>
              <a:t>Tâm Anh Oxford Partnership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10</dc:title>
  <dc:creator>Ernest Guevarra</dc:creator>
  <cp:keywords/>
  <dcterms:created xsi:type="dcterms:W3CDTF">2026-01-31T11:38:37Z</dcterms:created>
  <dcterms:modified xsi:type="dcterms:W3CDTF">2026-01-31T11:38:37Z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vi">
    <vt:lpwstr>yes</vt:lpwstr>
  </property>
  <property fmtid="{D5CDD505-2E9C-101B-9397-08002B2CF9AE}" pid="15" name="subtitle">
    <vt:lpwstr>Bối cảnh nguồn nhân lực cho lĩnh vực dữ liệu tại Việt Nam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