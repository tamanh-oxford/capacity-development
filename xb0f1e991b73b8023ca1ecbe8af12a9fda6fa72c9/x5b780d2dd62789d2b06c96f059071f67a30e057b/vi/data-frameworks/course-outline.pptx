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showSpecialPlsOnTitleSld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GB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9972"/>
    <p:restoredTop sz="94660"/>
  </p:normalViewPr>
  <p:slideViewPr>
    <p:cSldViewPr snapToGrid="0">
      <p:cViewPr varScale="1">
        <p:scale>
          <a:sx d="100" n="86"/>
          <a:sy d="100" n="86"/>
        </p:scale>
        <p:origin x="96" y="88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8" Type="http://schemas.openxmlformats.org/officeDocument/2006/relationships/theme" Target="theme/theme1.xml" /><Relationship Id="rId7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presProps" Target="presProps.xml" /><Relationship Id="rId10" Type="http://schemas.microsoft.com/office/2015/10/relationships/revisionInfo" Target="revisionInfo.xml" /><Relationship Id="rId9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GB"/>
              <a:t>Click to edit Master title style</a:t>
            </a:r>
            <a:endParaRPr dirty="0" lang="en-GB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GB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Giáo trình khóa học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Khái niệm và Ứng dụng Dữ liệu cho Quản lý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Ngày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Bức tranh toàn cầu về các tổ chức và khung khổ quản trị dữ liệu</a:t>
            </a:r>
          </a:p>
          <a:p>
            <a:pPr lvl="0"/>
            <a:r>
              <a:rPr/>
              <a:t>Nghiên cứu trường hợp: Liên Hợp Quốc và những thách thức về công nghệ và dữ liệu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Ngày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Bức tranh toàn cầu về các công nghệ có sẵn cho dữ liệu</a:t>
            </a:r>
          </a:p>
          <a:p>
            <a:pPr lvl="0"/>
            <a:r>
              <a:rPr/>
              <a:t>Hoạt động: Bối cảnh công nghệ cho dữ liệu tại Việt Nam</a:t>
            </a:r>
          </a:p>
          <a:p>
            <a:pPr lvl="0"/>
            <a:r>
              <a:rPr/>
              <a:t>Bối cảnh công nghệ dữ liệu tại Việt Nam</a:t>
            </a:r>
          </a:p>
          <a:p>
            <a:pPr lvl="0"/>
            <a:r>
              <a:rPr/>
              <a:t>Hoạt động: Bối cảnh nguồn nhân lực cho dữ liệu tại Việt Nam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Ngày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Nguyên tắc hướng dẫn và các thực hành tốt nhất trong việc xây dựng năng lực dữ liệu</a:t>
            </a:r>
          </a:p>
          <a:p>
            <a:pPr lvl="0"/>
            <a:r>
              <a:rPr/>
              <a:t>Tài trợ cho quản trị dữ liệu</a:t>
            </a:r>
          </a:p>
          <a:p>
            <a:pPr lvl="0"/>
            <a:r>
              <a:rPr/>
              <a:t>Xây dựng và triển khai các cấu trúc và khung quản trị dữ liệu hiệu quả cho Việt Nam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Giáo trình khóa học</dc:title>
  <dc:creator>Ernest Guevarra</dc:creator>
  <cp:keywords/>
  <dcterms:created xsi:type="dcterms:W3CDTF">2026-01-31T16:12:27Z</dcterms:created>
  <dcterms:modified xsi:type="dcterms:W3CDTF">2026-01-31T16:12:27Z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-vi">
    <vt:lpwstr/>
  </property>
  <property fmtid="{D5CDD505-2E9C-101B-9397-08002B2CF9AE}" pid="4" name="authors">
    <vt:lpwstr/>
  </property>
  <property fmtid="{D5CDD505-2E9C-101B-9397-08002B2CF9AE}" pid="5" name="babelquarto">
    <vt:lpwstr/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description-vi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ang-vi">
    <vt:lpwstr>yes</vt:lpwstr>
  </property>
  <property fmtid="{D5CDD505-2E9C-101B-9397-08002B2CF9AE}" pid="15" name="subtitle">
    <vt:lpwstr>Khái niệm và Ứng dụng Dữ liệu cho Quản lý</vt:lpwstr>
  </property>
  <property fmtid="{D5CDD505-2E9C-101B-9397-08002B2CF9AE}" pid="16" name="title-slide-attributes">
    <vt:lpwstr/>
  </property>
  <property fmtid="{D5CDD505-2E9C-101B-9397-08002B2CF9AE}" pid="17" name="title-vi">
    <vt:lpwstr>Các khóa đào tạo phát triển năng lực dữ liệu của TOP</vt:lpwstr>
  </property>
  <property fmtid="{D5CDD505-2E9C-101B-9397-08002B2CF9AE}" pid="18" name="toc-title">
    <vt:lpwstr>Table of contents</vt:lpwstr>
  </property>
</Properties>
</file>